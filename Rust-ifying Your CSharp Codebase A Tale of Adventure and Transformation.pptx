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svg" ContentType="image/svg+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11" r:id="rId1"/>
    <p:sldMasterId id="2147483712" r:id="rId2"/>
  </p:sldMasterIdLst>
  <p:notesMasterIdLst>
    <p:notesMasterId r:id="rId48"/>
  </p:notesMasterIdLst>
  <p:sldIdLst>
    <p:sldId id="256" r:id="rId3"/>
    <p:sldId id="257" r:id="rId4"/>
    <p:sldId id="305" r:id="rId5"/>
    <p:sldId id="304" r:id="rId6"/>
    <p:sldId id="284" r:id="rId7"/>
    <p:sldId id="259" r:id="rId8"/>
    <p:sldId id="285" r:id="rId9"/>
    <p:sldId id="260" r:id="rId10"/>
    <p:sldId id="286" r:id="rId11"/>
    <p:sldId id="287" r:id="rId12"/>
    <p:sldId id="288" r:id="rId13"/>
    <p:sldId id="289" r:id="rId14"/>
    <p:sldId id="261" r:id="rId15"/>
    <p:sldId id="306" r:id="rId16"/>
    <p:sldId id="290" r:id="rId17"/>
    <p:sldId id="263" r:id="rId18"/>
    <p:sldId id="264" r:id="rId19"/>
    <p:sldId id="265" r:id="rId20"/>
    <p:sldId id="278" r:id="rId21"/>
    <p:sldId id="266" r:id="rId22"/>
    <p:sldId id="291" r:id="rId23"/>
    <p:sldId id="292" r:id="rId24"/>
    <p:sldId id="298" r:id="rId25"/>
    <p:sldId id="293" r:id="rId26"/>
    <p:sldId id="294" r:id="rId27"/>
    <p:sldId id="267" r:id="rId28"/>
    <p:sldId id="268" r:id="rId29"/>
    <p:sldId id="309" r:id="rId30"/>
    <p:sldId id="269" r:id="rId31"/>
    <p:sldId id="279" r:id="rId32"/>
    <p:sldId id="270" r:id="rId33"/>
    <p:sldId id="296" r:id="rId34"/>
    <p:sldId id="295" r:id="rId35"/>
    <p:sldId id="301" r:id="rId36"/>
    <p:sldId id="302" r:id="rId37"/>
    <p:sldId id="303" r:id="rId38"/>
    <p:sldId id="272" r:id="rId39"/>
    <p:sldId id="271" r:id="rId40"/>
    <p:sldId id="273" r:id="rId41"/>
    <p:sldId id="275" r:id="rId42"/>
    <p:sldId id="276" r:id="rId43"/>
    <p:sldId id="308" r:id="rId44"/>
    <p:sldId id="281" r:id="rId45"/>
    <p:sldId id="283" r:id="rId46"/>
    <p:sldId id="297" r:id="rId4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9F4C4B3-9D0F-4966-B544-B9DABFD410E9}" v="48" dt="2024-08-03T11:22:23.61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4075" autoAdjust="0"/>
    <p:restoredTop sz="84247"/>
  </p:normalViewPr>
  <p:slideViewPr>
    <p:cSldViewPr snapToGrid="0">
      <p:cViewPr varScale="1">
        <p:scale>
          <a:sx n="106" d="100"/>
          <a:sy n="106" d="100"/>
        </p:scale>
        <p:origin x="792" y="176"/>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slide" Target="slides/slide45.xml"/><Relationship Id="rId50" Type="http://schemas.openxmlformats.org/officeDocument/2006/relationships/viewProps" Target="viewProps.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microsoft.com/office/2016/11/relationships/changesInfo" Target="changesInfos/changesInfo1.xml"/><Relationship Id="rId5" Type="http://schemas.openxmlformats.org/officeDocument/2006/relationships/slide" Target="slides/slide3.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tableStyles" Target="tableStyle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notesMaster" Target="notesMasters/notesMaster1.xml"/><Relationship Id="rId8" Type="http://schemas.openxmlformats.org/officeDocument/2006/relationships/slide" Target="slides/slide6.xml"/><Relationship Id="rId51" Type="http://schemas.openxmlformats.org/officeDocument/2006/relationships/theme" Target="theme/theme1.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20" Type="http://schemas.openxmlformats.org/officeDocument/2006/relationships/slide" Target="slides/slide18.xml"/><Relationship Id="rId41" Type="http://schemas.openxmlformats.org/officeDocument/2006/relationships/slide" Target="slides/slide39.xml"/><Relationship Id="rId54"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hris Woodruff" userId="2dbf025665e4d94d" providerId="LiveId" clId="{B7954D88-423A-B749-AD39-9B4A89F4C93C}"/>
    <pc:docChg chg="undo custSel addSld delSld modSld sldOrd addMainMaster delMainMaster">
      <pc:chgData name="Chris Woodruff" userId="2dbf025665e4d94d" providerId="LiveId" clId="{B7954D88-423A-B749-AD39-9B4A89F4C93C}" dt="2024-08-02T11:09:28.473" v="1372" actId="20577"/>
      <pc:docMkLst>
        <pc:docMk/>
      </pc:docMkLst>
      <pc:sldChg chg="addSp delSp modSp new mod setBg modClrScheme addAnim delAnim setClrOvrMap chgLayout">
        <pc:chgData name="Chris Woodruff" userId="2dbf025665e4d94d" providerId="LiveId" clId="{B7954D88-423A-B749-AD39-9B4A89F4C93C}" dt="2024-07-31T01:44:50.018" v="318" actId="26606"/>
        <pc:sldMkLst>
          <pc:docMk/>
          <pc:sldMk cId="1723502236" sldId="256"/>
        </pc:sldMkLst>
        <pc:spChg chg="mod">
          <ac:chgData name="Chris Woodruff" userId="2dbf025665e4d94d" providerId="LiveId" clId="{B7954D88-423A-B749-AD39-9B4A89F4C93C}" dt="2024-07-31T01:44:50.018" v="318" actId="26606"/>
          <ac:spMkLst>
            <pc:docMk/>
            <pc:sldMk cId="1723502236" sldId="256"/>
            <ac:spMk id="2" creationId="{6457E245-1B19-88A8-A621-B54CD87DF732}"/>
          </ac:spMkLst>
        </pc:spChg>
        <pc:spChg chg="mod">
          <ac:chgData name="Chris Woodruff" userId="2dbf025665e4d94d" providerId="LiveId" clId="{B7954D88-423A-B749-AD39-9B4A89F4C93C}" dt="2024-07-31T01:44:50.018" v="318" actId="26606"/>
          <ac:spMkLst>
            <pc:docMk/>
            <pc:sldMk cId="1723502236" sldId="256"/>
            <ac:spMk id="3" creationId="{FD576BB5-9ED2-754F-21F3-FA4298832161}"/>
          </ac:spMkLst>
        </pc:spChg>
        <pc:spChg chg="add del">
          <ac:chgData name="Chris Woodruff" userId="2dbf025665e4d94d" providerId="LiveId" clId="{B7954D88-423A-B749-AD39-9B4A89F4C93C}" dt="2024-07-17T00:30:40.202" v="44" actId="26606"/>
          <ac:spMkLst>
            <pc:docMk/>
            <pc:sldMk cId="1723502236" sldId="256"/>
            <ac:spMk id="5" creationId="{80B98925-0550-1AFB-C1DC-02792400FB71}"/>
          </ac:spMkLst>
        </pc:spChg>
        <pc:spChg chg="add del">
          <ac:chgData name="Chris Woodruff" userId="2dbf025665e4d94d" providerId="LiveId" clId="{B7954D88-423A-B749-AD39-9B4A89F4C93C}" dt="2024-07-17T00:30:40.202" v="44" actId="26606"/>
          <ac:spMkLst>
            <pc:docMk/>
            <pc:sldMk cId="1723502236" sldId="256"/>
            <ac:spMk id="7" creationId="{0CCA9273-E74E-A306-1F74-BEF9EDA30500}"/>
          </ac:spMkLst>
        </pc:spChg>
        <pc:spChg chg="add del">
          <ac:chgData name="Chris Woodruff" userId="2dbf025665e4d94d" providerId="LiveId" clId="{B7954D88-423A-B749-AD39-9B4A89F4C93C}" dt="2024-07-17T00:28:14.465" v="35" actId="26606"/>
          <ac:spMkLst>
            <pc:docMk/>
            <pc:sldMk cId="1723502236" sldId="256"/>
            <ac:spMk id="9" creationId="{A38827F1-3359-44F6-9009-43AE2B17FEAD}"/>
          </ac:spMkLst>
        </pc:spChg>
        <pc:spChg chg="add del">
          <ac:chgData name="Chris Woodruff" userId="2dbf025665e4d94d" providerId="LiveId" clId="{B7954D88-423A-B749-AD39-9B4A89F4C93C}" dt="2024-07-17T00:31:32.038" v="47" actId="26606"/>
          <ac:spMkLst>
            <pc:docMk/>
            <pc:sldMk cId="1723502236" sldId="256"/>
            <ac:spMk id="10" creationId="{51C0BCA8-B9D5-4F84-B063-ABE683EE04E1}"/>
          </ac:spMkLst>
        </pc:spChg>
        <pc:spChg chg="add del">
          <ac:chgData name="Chris Woodruff" userId="2dbf025665e4d94d" providerId="LiveId" clId="{B7954D88-423A-B749-AD39-9B4A89F4C93C}" dt="2024-07-17T00:28:14.465" v="35" actId="26606"/>
          <ac:spMkLst>
            <pc:docMk/>
            <pc:sldMk cId="1723502236" sldId="256"/>
            <ac:spMk id="11" creationId="{17AFAD67-5350-4773-886F-D6DD7E66DB04}"/>
          </ac:spMkLst>
        </pc:spChg>
        <pc:spChg chg="add del">
          <ac:chgData name="Chris Woodruff" userId="2dbf025665e4d94d" providerId="LiveId" clId="{B7954D88-423A-B749-AD39-9B4A89F4C93C}" dt="2024-07-17T00:31:32.038" v="47" actId="26606"/>
          <ac:spMkLst>
            <pc:docMk/>
            <pc:sldMk cId="1723502236" sldId="256"/>
            <ac:spMk id="14" creationId="{3148D7B7-CAFA-4089-A365-6371A76FE4A6}"/>
          </ac:spMkLst>
        </pc:spChg>
        <pc:spChg chg="add del">
          <ac:chgData name="Chris Woodruff" userId="2dbf025665e4d94d" providerId="LiveId" clId="{B7954D88-423A-B749-AD39-9B4A89F4C93C}" dt="2024-07-31T01:44:50.018" v="318" actId="26606"/>
          <ac:spMkLst>
            <pc:docMk/>
            <pc:sldMk cId="1723502236" sldId="256"/>
            <ac:spMk id="17" creationId="{40A82C2B-B640-4B39-A4B8-3189B458AC0D}"/>
          </ac:spMkLst>
        </pc:spChg>
        <pc:spChg chg="add del">
          <ac:chgData name="Chris Woodruff" userId="2dbf025665e4d94d" providerId="LiveId" clId="{B7954D88-423A-B749-AD39-9B4A89F4C93C}" dt="2024-07-31T01:44:50.018" v="318" actId="26606"/>
          <ac:spMkLst>
            <pc:docMk/>
            <pc:sldMk cId="1723502236" sldId="256"/>
            <ac:spMk id="20" creationId="{FF4F1B1F-38C9-4BA3-8793-E2B6FC978C0A}"/>
          </ac:spMkLst>
        </pc:spChg>
        <pc:spChg chg="add del">
          <ac:chgData name="Chris Woodruff" userId="2dbf025665e4d94d" providerId="LiveId" clId="{B7954D88-423A-B749-AD39-9B4A89F4C93C}" dt="2024-07-17T00:29:58.743" v="37" actId="26606"/>
          <ac:spMkLst>
            <pc:docMk/>
            <pc:sldMk cId="1723502236" sldId="256"/>
            <ac:spMk id="22" creationId="{37FDDF72-DE39-4F99-A3C1-DD9D7815D7DB}"/>
          </ac:spMkLst>
        </pc:spChg>
        <pc:spChg chg="add del">
          <ac:chgData name="Chris Woodruff" userId="2dbf025665e4d94d" providerId="LiveId" clId="{B7954D88-423A-B749-AD39-9B4A89F4C93C}" dt="2024-07-17T00:29:58.743" v="37" actId="26606"/>
          <ac:spMkLst>
            <pc:docMk/>
            <pc:sldMk cId="1723502236" sldId="256"/>
            <ac:spMk id="23" creationId="{5E4ECE80-3AD1-450C-B62A-98788F193948}"/>
          </ac:spMkLst>
        </pc:spChg>
        <pc:spChg chg="add del">
          <ac:chgData name="Chris Woodruff" userId="2dbf025665e4d94d" providerId="LiveId" clId="{B7954D88-423A-B749-AD39-9B4A89F4C93C}" dt="2024-07-31T01:44:38.055" v="308" actId="26606"/>
          <ac:spMkLst>
            <pc:docMk/>
            <pc:sldMk cId="1723502236" sldId="256"/>
            <ac:spMk id="26" creationId="{FF4F1B1F-38C9-4BA3-8793-E2B6FC978C0A}"/>
          </ac:spMkLst>
        </pc:spChg>
        <pc:spChg chg="add del">
          <ac:chgData name="Chris Woodruff" userId="2dbf025665e4d94d" providerId="LiveId" clId="{B7954D88-423A-B749-AD39-9B4A89F4C93C}" dt="2024-07-17T00:30:22.289" v="39" actId="26606"/>
          <ac:spMkLst>
            <pc:docMk/>
            <pc:sldMk cId="1723502236" sldId="256"/>
            <ac:spMk id="27" creationId="{55B419A7-F817-4767-8CCB-FB0E189C4ACD}"/>
          </ac:spMkLst>
        </pc:spChg>
        <pc:spChg chg="add del">
          <ac:chgData name="Chris Woodruff" userId="2dbf025665e4d94d" providerId="LiveId" clId="{B7954D88-423A-B749-AD39-9B4A89F4C93C}" dt="2024-07-17T00:30:22.289" v="39" actId="26606"/>
          <ac:spMkLst>
            <pc:docMk/>
            <pc:sldMk cId="1723502236" sldId="256"/>
            <ac:spMk id="29" creationId="{ADA271CD-3011-4A05-B4A3-80F1794684F2}"/>
          </ac:spMkLst>
        </pc:spChg>
        <pc:spChg chg="add del">
          <ac:chgData name="Chris Woodruff" userId="2dbf025665e4d94d" providerId="LiveId" clId="{B7954D88-423A-B749-AD39-9B4A89F4C93C}" dt="2024-07-31T01:44:38.055" v="308" actId="26606"/>
          <ac:spMkLst>
            <pc:docMk/>
            <pc:sldMk cId="1723502236" sldId="256"/>
            <ac:spMk id="30" creationId="{40A82C2B-B640-4B39-A4B8-3189B458AC0D}"/>
          </ac:spMkLst>
        </pc:spChg>
        <pc:spChg chg="add del">
          <ac:chgData name="Chris Woodruff" userId="2dbf025665e4d94d" providerId="LiveId" clId="{B7954D88-423A-B749-AD39-9B4A89F4C93C}" dt="2024-07-17T00:30:25.465" v="42" actId="26606"/>
          <ac:spMkLst>
            <pc:docMk/>
            <pc:sldMk cId="1723502236" sldId="256"/>
            <ac:spMk id="31" creationId="{6CA2C65D-0168-1245-86C8-62A8A6F7B813}"/>
          </ac:spMkLst>
        </pc:spChg>
        <pc:spChg chg="add del">
          <ac:chgData name="Chris Woodruff" userId="2dbf025665e4d94d" providerId="LiveId" clId="{B7954D88-423A-B749-AD39-9B4A89F4C93C}" dt="2024-07-17T00:30:25.465" v="42" actId="26606"/>
          <ac:spMkLst>
            <pc:docMk/>
            <pc:sldMk cId="1723502236" sldId="256"/>
            <ac:spMk id="33" creationId="{12E8ED90-6D42-AE40-963A-3924EE2073F0}"/>
          </ac:spMkLst>
        </pc:spChg>
        <pc:spChg chg="add del">
          <ac:chgData name="Chris Woodruff" userId="2dbf025665e4d94d" providerId="LiveId" clId="{B7954D88-423A-B749-AD39-9B4A89F4C93C}" dt="2024-07-17T00:30:25.465" v="42" actId="26606"/>
          <ac:spMkLst>
            <pc:docMk/>
            <pc:sldMk cId="1723502236" sldId="256"/>
            <ac:spMk id="34" creationId="{755E9273-3717-C94C-9BFF-75E87E47C46A}"/>
          </ac:spMkLst>
        </pc:spChg>
        <pc:spChg chg="add del">
          <ac:chgData name="Chris Woodruff" userId="2dbf025665e4d94d" providerId="LiveId" clId="{B7954D88-423A-B749-AD39-9B4A89F4C93C}" dt="2024-07-31T01:44:39.318" v="310" actId="26606"/>
          <ac:spMkLst>
            <pc:docMk/>
            <pc:sldMk cId="1723502236" sldId="256"/>
            <ac:spMk id="37" creationId="{F69F96FE-C3F5-4F02-8428-78ADCB975ED9}"/>
          </ac:spMkLst>
        </pc:spChg>
        <pc:spChg chg="add del">
          <ac:chgData name="Chris Woodruff" userId="2dbf025665e4d94d" providerId="LiveId" clId="{B7954D88-423A-B749-AD39-9B4A89F4C93C}" dt="2024-07-31T01:44:39.318" v="310" actId="26606"/>
          <ac:spMkLst>
            <pc:docMk/>
            <pc:sldMk cId="1723502236" sldId="256"/>
            <ac:spMk id="38" creationId="{F80C6B76-4D7E-4FE2-84E4-C4734B2B49EE}"/>
          </ac:spMkLst>
        </pc:spChg>
        <pc:spChg chg="add del">
          <ac:chgData name="Chris Woodruff" userId="2dbf025665e4d94d" providerId="LiveId" clId="{B7954D88-423A-B749-AD39-9B4A89F4C93C}" dt="2024-07-31T01:44:42.200" v="312" actId="26606"/>
          <ac:spMkLst>
            <pc:docMk/>
            <pc:sldMk cId="1723502236" sldId="256"/>
            <ac:spMk id="41" creationId="{FF4F1B1F-38C9-4BA3-8793-E2B6FC978C0A}"/>
          </ac:spMkLst>
        </pc:spChg>
        <pc:spChg chg="add del">
          <ac:chgData name="Chris Woodruff" userId="2dbf025665e4d94d" providerId="LiveId" clId="{B7954D88-423A-B749-AD39-9B4A89F4C93C}" dt="2024-07-31T01:44:42.200" v="312" actId="26606"/>
          <ac:spMkLst>
            <pc:docMk/>
            <pc:sldMk cId="1723502236" sldId="256"/>
            <ac:spMk id="42" creationId="{40A82C2B-B640-4B39-A4B8-3189B458AC0D}"/>
          </ac:spMkLst>
        </pc:spChg>
        <pc:spChg chg="add del">
          <ac:chgData name="Chris Woodruff" userId="2dbf025665e4d94d" providerId="LiveId" clId="{B7954D88-423A-B749-AD39-9B4A89F4C93C}" dt="2024-07-31T01:44:44.357" v="314" actId="26606"/>
          <ac:spMkLst>
            <pc:docMk/>
            <pc:sldMk cId="1723502236" sldId="256"/>
            <ac:spMk id="45" creationId="{F69F96FE-C3F5-4F02-8428-78ADCB975ED9}"/>
          </ac:spMkLst>
        </pc:spChg>
        <pc:spChg chg="add del">
          <ac:chgData name="Chris Woodruff" userId="2dbf025665e4d94d" providerId="LiveId" clId="{B7954D88-423A-B749-AD39-9B4A89F4C93C}" dt="2024-07-31T01:44:44.357" v="314" actId="26606"/>
          <ac:spMkLst>
            <pc:docMk/>
            <pc:sldMk cId="1723502236" sldId="256"/>
            <ac:spMk id="46" creationId="{F80C6B76-4D7E-4FE2-84E4-C4734B2B49EE}"/>
          </ac:spMkLst>
        </pc:spChg>
        <pc:spChg chg="add del">
          <ac:chgData name="Chris Woodruff" userId="2dbf025665e4d94d" providerId="LiveId" clId="{B7954D88-423A-B749-AD39-9B4A89F4C93C}" dt="2024-07-31T01:44:46.496" v="316" actId="26606"/>
          <ac:spMkLst>
            <pc:docMk/>
            <pc:sldMk cId="1723502236" sldId="256"/>
            <ac:spMk id="49" creationId="{51C0BCA8-B9D5-4F84-B063-ABE683EE04E1}"/>
          </ac:spMkLst>
        </pc:spChg>
        <pc:spChg chg="add del">
          <ac:chgData name="Chris Woodruff" userId="2dbf025665e4d94d" providerId="LiveId" clId="{B7954D88-423A-B749-AD39-9B4A89F4C93C}" dt="2024-07-31T01:44:46.496" v="316" actId="26606"/>
          <ac:spMkLst>
            <pc:docMk/>
            <pc:sldMk cId="1723502236" sldId="256"/>
            <ac:spMk id="50" creationId="{3148D7B7-CAFA-4089-A365-6371A76FE4A6}"/>
          </ac:spMkLst>
        </pc:spChg>
        <pc:spChg chg="add del">
          <ac:chgData name="Chris Woodruff" userId="2dbf025665e4d94d" providerId="LiveId" clId="{B7954D88-423A-B749-AD39-9B4A89F4C93C}" dt="2024-07-31T01:44:50.018" v="318" actId="26606"/>
          <ac:spMkLst>
            <pc:docMk/>
            <pc:sldMk cId="1723502236" sldId="256"/>
            <ac:spMk id="53" creationId="{FF4F1B1F-38C9-4BA3-8793-E2B6FC978C0A}"/>
          </ac:spMkLst>
        </pc:spChg>
        <pc:spChg chg="add del">
          <ac:chgData name="Chris Woodruff" userId="2dbf025665e4d94d" providerId="LiveId" clId="{B7954D88-423A-B749-AD39-9B4A89F4C93C}" dt="2024-07-31T01:44:50.018" v="318" actId="26606"/>
          <ac:spMkLst>
            <pc:docMk/>
            <pc:sldMk cId="1723502236" sldId="256"/>
            <ac:spMk id="54" creationId="{40A82C2B-B640-4B39-A4B8-3189B458AC0D}"/>
          </ac:spMkLst>
        </pc:spChg>
        <pc:grpChg chg="add del">
          <ac:chgData name="Chris Woodruff" userId="2dbf025665e4d94d" providerId="LiveId" clId="{B7954D88-423A-B749-AD39-9B4A89F4C93C}" dt="2024-07-17T00:28:14.465" v="35" actId="26606"/>
          <ac:grpSpMkLst>
            <pc:docMk/>
            <pc:sldMk cId="1723502236" sldId="256"/>
            <ac:grpSpMk id="13" creationId="{654AC0FE-C43D-49AC-9730-284354DEC86E}"/>
          </ac:grpSpMkLst>
        </pc:grpChg>
        <pc:grpChg chg="add del">
          <ac:chgData name="Chris Woodruff" userId="2dbf025665e4d94d" providerId="LiveId" clId="{B7954D88-423A-B749-AD39-9B4A89F4C93C}" dt="2024-07-17T00:29:58.743" v="37" actId="26606"/>
          <ac:grpSpMkLst>
            <pc:docMk/>
            <pc:sldMk cId="1723502236" sldId="256"/>
            <ac:grpSpMk id="25" creationId="{B9632603-447F-4389-863D-9820DB9915A2}"/>
          </ac:grpSpMkLst>
        </pc:grpChg>
        <pc:picChg chg="add del">
          <ac:chgData name="Chris Woodruff" userId="2dbf025665e4d94d" providerId="LiveId" clId="{B7954D88-423A-B749-AD39-9B4A89F4C93C}" dt="2024-07-17T00:28:14.465" v="35" actId="26606"/>
          <ac:picMkLst>
            <pc:docMk/>
            <pc:sldMk cId="1723502236" sldId="256"/>
            <ac:picMk id="4" creationId="{57EE0279-8E82-863D-71CB-A0B3F9A3E163}"/>
          </ac:picMkLst>
        </pc:picChg>
        <pc:picChg chg="add del">
          <ac:chgData name="Chris Woodruff" userId="2dbf025665e4d94d" providerId="LiveId" clId="{B7954D88-423A-B749-AD39-9B4A89F4C93C}" dt="2024-07-17T00:30:40.202" v="44" actId="26606"/>
          <ac:picMkLst>
            <pc:docMk/>
            <pc:sldMk cId="1723502236" sldId="256"/>
            <ac:picMk id="6" creationId="{0F9A70C4-9FBB-29D6-A904-8352C2D30E74}"/>
          </ac:picMkLst>
        </pc:picChg>
        <pc:picChg chg="add">
          <ac:chgData name="Chris Woodruff" userId="2dbf025665e4d94d" providerId="LiveId" clId="{B7954D88-423A-B749-AD39-9B4A89F4C93C}" dt="2024-07-17T00:30:40.231" v="45" actId="26606"/>
          <ac:picMkLst>
            <pc:docMk/>
            <pc:sldMk cId="1723502236" sldId="256"/>
            <ac:picMk id="12" creationId="{2D4676D7-38C0-5CAD-E2CE-ECF1C0D14CED}"/>
          </ac:picMkLst>
        </pc:picChg>
        <pc:picChg chg="add del">
          <ac:chgData name="Chris Woodruff" userId="2dbf025665e4d94d" providerId="LiveId" clId="{B7954D88-423A-B749-AD39-9B4A89F4C93C}" dt="2024-07-17T00:29:58.743" v="37" actId="26606"/>
          <ac:picMkLst>
            <pc:docMk/>
            <pc:sldMk cId="1723502236" sldId="256"/>
            <ac:picMk id="24" creationId="{CC6BC458-AB29-2F54-FC7E-46077A2BB687}"/>
          </ac:picMkLst>
        </pc:picChg>
        <pc:picChg chg="add del">
          <ac:chgData name="Chris Woodruff" userId="2dbf025665e4d94d" providerId="LiveId" clId="{B7954D88-423A-B749-AD39-9B4A89F4C93C}" dt="2024-07-17T00:30:22.289" v="39" actId="26606"/>
          <ac:picMkLst>
            <pc:docMk/>
            <pc:sldMk cId="1723502236" sldId="256"/>
            <ac:picMk id="28" creationId="{8EB1916E-6660-7192-9A89-0C5F49F7BFD2}"/>
          </ac:picMkLst>
        </pc:picChg>
        <pc:picChg chg="add del">
          <ac:chgData name="Chris Woodruff" userId="2dbf025665e4d94d" providerId="LiveId" clId="{B7954D88-423A-B749-AD39-9B4A89F4C93C}" dt="2024-07-17T00:30:25.465" v="42" actId="26606"/>
          <ac:picMkLst>
            <pc:docMk/>
            <pc:sldMk cId="1723502236" sldId="256"/>
            <ac:picMk id="32" creationId="{A6EC9F52-C42D-9278-9AF1-E98D4C4806AE}"/>
          </ac:picMkLst>
        </pc:picChg>
        <pc:cxnChg chg="add del">
          <ac:chgData name="Chris Woodruff" userId="2dbf025665e4d94d" providerId="LiveId" clId="{B7954D88-423A-B749-AD39-9B4A89F4C93C}" dt="2024-07-17T00:31:32.038" v="47" actId="26606"/>
          <ac:cxnSpMkLst>
            <pc:docMk/>
            <pc:sldMk cId="1723502236" sldId="256"/>
            <ac:cxnSpMk id="15" creationId="{7476E355-DC49-4AFB-88DE-62B854B9B315}"/>
          </ac:cxnSpMkLst>
        </pc:cxnChg>
        <pc:cxnChg chg="add del">
          <ac:chgData name="Chris Woodruff" userId="2dbf025665e4d94d" providerId="LiveId" clId="{B7954D88-423A-B749-AD39-9B4A89F4C93C}" dt="2024-07-31T01:44:50.018" v="318" actId="26606"/>
          <ac:cxnSpMkLst>
            <pc:docMk/>
            <pc:sldMk cId="1723502236" sldId="256"/>
            <ac:cxnSpMk id="18" creationId="{7091899A-6176-48DA-BF9E-4D278C5FBEFF}"/>
          </ac:cxnSpMkLst>
        </pc:cxnChg>
        <pc:cxnChg chg="add del">
          <ac:chgData name="Chris Woodruff" userId="2dbf025665e4d94d" providerId="LiveId" clId="{B7954D88-423A-B749-AD39-9B4A89F4C93C}" dt="2024-07-31T01:44:38.055" v="308" actId="26606"/>
          <ac:cxnSpMkLst>
            <pc:docMk/>
            <pc:sldMk cId="1723502236" sldId="256"/>
            <ac:cxnSpMk id="35" creationId="{7091899A-6176-48DA-BF9E-4D278C5FBEFF}"/>
          </ac:cxnSpMkLst>
        </pc:cxnChg>
        <pc:cxnChg chg="add del">
          <ac:chgData name="Chris Woodruff" userId="2dbf025665e4d94d" providerId="LiveId" clId="{B7954D88-423A-B749-AD39-9B4A89F4C93C}" dt="2024-07-31T01:44:39.318" v="310" actId="26606"/>
          <ac:cxnSpMkLst>
            <pc:docMk/>
            <pc:sldMk cId="1723502236" sldId="256"/>
            <ac:cxnSpMk id="39" creationId="{16BEECB0-0766-4C59-B86E-5D26B7D8EF4D}"/>
          </ac:cxnSpMkLst>
        </pc:cxnChg>
        <pc:cxnChg chg="add del">
          <ac:chgData name="Chris Woodruff" userId="2dbf025665e4d94d" providerId="LiveId" clId="{B7954D88-423A-B749-AD39-9B4A89F4C93C}" dt="2024-07-31T01:44:42.200" v="312" actId="26606"/>
          <ac:cxnSpMkLst>
            <pc:docMk/>
            <pc:sldMk cId="1723502236" sldId="256"/>
            <ac:cxnSpMk id="43" creationId="{7091899A-6176-48DA-BF9E-4D278C5FBEFF}"/>
          </ac:cxnSpMkLst>
        </pc:cxnChg>
        <pc:cxnChg chg="add del">
          <ac:chgData name="Chris Woodruff" userId="2dbf025665e4d94d" providerId="LiveId" clId="{B7954D88-423A-B749-AD39-9B4A89F4C93C}" dt="2024-07-31T01:44:44.357" v="314" actId="26606"/>
          <ac:cxnSpMkLst>
            <pc:docMk/>
            <pc:sldMk cId="1723502236" sldId="256"/>
            <ac:cxnSpMk id="47" creationId="{16BEECB0-0766-4C59-B86E-5D26B7D8EF4D}"/>
          </ac:cxnSpMkLst>
        </pc:cxnChg>
        <pc:cxnChg chg="add del">
          <ac:chgData name="Chris Woodruff" userId="2dbf025665e4d94d" providerId="LiveId" clId="{B7954D88-423A-B749-AD39-9B4A89F4C93C}" dt="2024-07-31T01:44:46.496" v="316" actId="26606"/>
          <ac:cxnSpMkLst>
            <pc:docMk/>
            <pc:sldMk cId="1723502236" sldId="256"/>
            <ac:cxnSpMk id="51" creationId="{7476E355-DC49-4AFB-88DE-62B854B9B315}"/>
          </ac:cxnSpMkLst>
        </pc:cxnChg>
        <pc:cxnChg chg="add del">
          <ac:chgData name="Chris Woodruff" userId="2dbf025665e4d94d" providerId="LiveId" clId="{B7954D88-423A-B749-AD39-9B4A89F4C93C}" dt="2024-07-31T01:44:50.018" v="318" actId="26606"/>
          <ac:cxnSpMkLst>
            <pc:docMk/>
            <pc:sldMk cId="1723502236" sldId="256"/>
            <ac:cxnSpMk id="55" creationId="{7091899A-6176-48DA-BF9E-4D278C5FBEFF}"/>
          </ac:cxnSpMkLst>
        </pc:cxnChg>
      </pc:sldChg>
      <pc:sldChg chg="modSp new mod modNotesTx">
        <pc:chgData name="Chris Woodruff" userId="2dbf025665e4d94d" providerId="LiveId" clId="{B7954D88-423A-B749-AD39-9B4A89F4C93C}" dt="2024-07-31T11:46:39.465" v="325" actId="20577"/>
        <pc:sldMkLst>
          <pc:docMk/>
          <pc:sldMk cId="877883676" sldId="257"/>
        </pc:sldMkLst>
        <pc:spChg chg="mod">
          <ac:chgData name="Chris Woodruff" userId="2dbf025665e4d94d" providerId="LiveId" clId="{B7954D88-423A-B749-AD39-9B4A89F4C93C}" dt="2024-07-31T01:24:42.366" v="196" actId="20577"/>
          <ac:spMkLst>
            <pc:docMk/>
            <pc:sldMk cId="877883676" sldId="257"/>
            <ac:spMk id="2" creationId="{FFBF42EC-BF8B-A086-FA59-50AE2DEE574F}"/>
          </ac:spMkLst>
        </pc:spChg>
      </pc:sldChg>
      <pc:sldChg chg="addSp delSp modSp new add del mod setBg modClrScheme chgLayout">
        <pc:chgData name="Chris Woodruff" userId="2dbf025665e4d94d" providerId="LiveId" clId="{B7954D88-423A-B749-AD39-9B4A89F4C93C}" dt="2024-07-31T01:45:11.688" v="322" actId="2696"/>
        <pc:sldMkLst>
          <pc:docMk/>
          <pc:sldMk cId="3980424631" sldId="258"/>
        </pc:sldMkLst>
        <pc:spChg chg="del mod ord">
          <ac:chgData name="Chris Woodruff" userId="2dbf025665e4d94d" providerId="LiveId" clId="{B7954D88-423A-B749-AD39-9B4A89F4C93C}" dt="2024-07-31T01:21:50.915" v="161" actId="700"/>
          <ac:spMkLst>
            <pc:docMk/>
            <pc:sldMk cId="3980424631" sldId="258"/>
            <ac:spMk id="2" creationId="{C66ADC12-7EE0-FE3E-5441-9F63F9702425}"/>
          </ac:spMkLst>
        </pc:spChg>
        <pc:spChg chg="del mod ord">
          <ac:chgData name="Chris Woodruff" userId="2dbf025665e4d94d" providerId="LiveId" clId="{B7954D88-423A-B749-AD39-9B4A89F4C93C}" dt="2024-07-31T01:21:50.915" v="161" actId="700"/>
          <ac:spMkLst>
            <pc:docMk/>
            <pc:sldMk cId="3980424631" sldId="258"/>
            <ac:spMk id="3" creationId="{7104F6FF-6C55-7FB9-F8F9-CF12B26C5B8E}"/>
          </ac:spMkLst>
        </pc:spChg>
        <pc:spChg chg="add mod ord">
          <ac:chgData name="Chris Woodruff" userId="2dbf025665e4d94d" providerId="LiveId" clId="{B7954D88-423A-B749-AD39-9B4A89F4C93C}" dt="2024-07-31T01:39:33.931" v="262" actId="26606"/>
          <ac:spMkLst>
            <pc:docMk/>
            <pc:sldMk cId="3980424631" sldId="258"/>
            <ac:spMk id="4" creationId="{3E235839-56B3-FC1E-F821-271594AEBD84}"/>
          </ac:spMkLst>
        </pc:spChg>
        <pc:spChg chg="add mod ord">
          <ac:chgData name="Chris Woodruff" userId="2dbf025665e4d94d" providerId="LiveId" clId="{B7954D88-423A-B749-AD39-9B4A89F4C93C}" dt="2024-07-31T01:39:33.931" v="262" actId="26606"/>
          <ac:spMkLst>
            <pc:docMk/>
            <pc:sldMk cId="3980424631" sldId="258"/>
            <ac:spMk id="5" creationId="{8D695EA6-A29F-7CD6-A039-5F4DB89BB5E5}"/>
          </ac:spMkLst>
        </pc:spChg>
        <pc:spChg chg="add">
          <ac:chgData name="Chris Woodruff" userId="2dbf025665e4d94d" providerId="LiveId" clId="{B7954D88-423A-B749-AD39-9B4A89F4C93C}" dt="2024-07-31T01:39:33.931" v="262" actId="26606"/>
          <ac:spMkLst>
            <pc:docMk/>
            <pc:sldMk cId="3980424631" sldId="258"/>
            <ac:spMk id="13" creationId="{F69F96FE-C3F5-4F02-8428-78ADCB975ED9}"/>
          </ac:spMkLst>
        </pc:spChg>
        <pc:spChg chg="add">
          <ac:chgData name="Chris Woodruff" userId="2dbf025665e4d94d" providerId="LiveId" clId="{B7954D88-423A-B749-AD39-9B4A89F4C93C}" dt="2024-07-31T01:39:33.931" v="262" actId="26606"/>
          <ac:spMkLst>
            <pc:docMk/>
            <pc:sldMk cId="3980424631" sldId="258"/>
            <ac:spMk id="15" creationId="{F80C6B76-4D7E-4FE2-84E4-C4734B2B49EE}"/>
          </ac:spMkLst>
        </pc:spChg>
        <pc:picChg chg="add">
          <ac:chgData name="Chris Woodruff" userId="2dbf025665e4d94d" providerId="LiveId" clId="{B7954D88-423A-B749-AD39-9B4A89F4C93C}" dt="2024-07-31T01:39:33.931" v="262" actId="26606"/>
          <ac:picMkLst>
            <pc:docMk/>
            <pc:sldMk cId="3980424631" sldId="258"/>
            <ac:picMk id="7" creationId="{237B1408-A48C-08FE-EC5E-19CF8A467635}"/>
          </ac:picMkLst>
        </pc:picChg>
        <pc:cxnChg chg="add">
          <ac:chgData name="Chris Woodruff" userId="2dbf025665e4d94d" providerId="LiveId" clId="{B7954D88-423A-B749-AD39-9B4A89F4C93C}" dt="2024-07-31T01:39:33.931" v="262" actId="26606"/>
          <ac:cxnSpMkLst>
            <pc:docMk/>
            <pc:sldMk cId="3980424631" sldId="258"/>
            <ac:cxnSpMk id="11" creationId="{EAD4CCDA-06BF-4D2A-B44F-195AEC0B5B22}"/>
          </ac:cxnSpMkLst>
        </pc:cxnChg>
        <pc:cxnChg chg="add">
          <ac:chgData name="Chris Woodruff" userId="2dbf025665e4d94d" providerId="LiveId" clId="{B7954D88-423A-B749-AD39-9B4A89F4C93C}" dt="2024-07-31T01:39:33.931" v="262" actId="26606"/>
          <ac:cxnSpMkLst>
            <pc:docMk/>
            <pc:sldMk cId="3980424631" sldId="258"/>
            <ac:cxnSpMk id="17" creationId="{16BEECB0-0766-4C59-B86E-5D26B7D8EF4D}"/>
          </ac:cxnSpMkLst>
        </pc:cxnChg>
      </pc:sldChg>
      <pc:sldChg chg="addSp delSp modSp new mod modClrScheme modAnim chgLayout">
        <pc:chgData name="Chris Woodruff" userId="2dbf025665e4d94d" providerId="LiveId" clId="{B7954D88-423A-B749-AD39-9B4A89F4C93C}" dt="2024-07-31T11:52:37.131" v="353"/>
        <pc:sldMkLst>
          <pc:docMk/>
          <pc:sldMk cId="4205547183" sldId="259"/>
        </pc:sldMkLst>
        <pc:spChg chg="mod ord">
          <ac:chgData name="Chris Woodruff" userId="2dbf025665e4d94d" providerId="LiveId" clId="{B7954D88-423A-B749-AD39-9B4A89F4C93C}" dt="2024-07-31T11:48:31.390" v="326" actId="700"/>
          <ac:spMkLst>
            <pc:docMk/>
            <pc:sldMk cId="4205547183" sldId="259"/>
            <ac:spMk id="2" creationId="{40B0EA0C-A09E-E75A-C31F-87E59FA3D5D3}"/>
          </ac:spMkLst>
        </pc:spChg>
        <pc:spChg chg="del mod ord">
          <ac:chgData name="Chris Woodruff" userId="2dbf025665e4d94d" providerId="LiveId" clId="{B7954D88-423A-B749-AD39-9B4A89F4C93C}" dt="2024-07-31T11:48:31.390" v="326" actId="700"/>
          <ac:spMkLst>
            <pc:docMk/>
            <pc:sldMk cId="4205547183" sldId="259"/>
            <ac:spMk id="3" creationId="{B3CC15BA-F11C-2C4A-F5EC-31F35A084DAB}"/>
          </ac:spMkLst>
        </pc:spChg>
        <pc:spChg chg="add mod ord">
          <ac:chgData name="Chris Woodruff" userId="2dbf025665e4d94d" providerId="LiveId" clId="{B7954D88-423A-B749-AD39-9B4A89F4C93C}" dt="2024-07-31T11:48:35.158" v="328" actId="20577"/>
          <ac:spMkLst>
            <pc:docMk/>
            <pc:sldMk cId="4205547183" sldId="259"/>
            <ac:spMk id="4" creationId="{B87F04AD-8F2B-38BA-BE45-F16A8479365E}"/>
          </ac:spMkLst>
        </pc:spChg>
        <pc:spChg chg="add mod ord">
          <ac:chgData name="Chris Woodruff" userId="2dbf025665e4d94d" providerId="LiveId" clId="{B7954D88-423A-B749-AD39-9B4A89F4C93C}" dt="2024-07-31T11:50:59.807" v="340" actId="14100"/>
          <ac:spMkLst>
            <pc:docMk/>
            <pc:sldMk cId="4205547183" sldId="259"/>
            <ac:spMk id="5" creationId="{0336A45C-D2AA-C951-E240-04C9A9C8DE6B}"/>
          </ac:spMkLst>
        </pc:spChg>
        <pc:spChg chg="add mod ord">
          <ac:chgData name="Chris Woodruff" userId="2dbf025665e4d94d" providerId="LiveId" clId="{B7954D88-423A-B749-AD39-9B4A89F4C93C}" dt="2024-07-31T11:48:38.811" v="332" actId="20577"/>
          <ac:spMkLst>
            <pc:docMk/>
            <pc:sldMk cId="4205547183" sldId="259"/>
            <ac:spMk id="6" creationId="{8134B4DE-B581-99A9-4D9C-8F6A874EFE32}"/>
          </ac:spMkLst>
        </pc:spChg>
        <pc:spChg chg="add mod ord">
          <ac:chgData name="Chris Woodruff" userId="2dbf025665e4d94d" providerId="LiveId" clId="{B7954D88-423A-B749-AD39-9B4A89F4C93C}" dt="2024-07-31T11:51:39.307" v="346" actId="14100"/>
          <ac:spMkLst>
            <pc:docMk/>
            <pc:sldMk cId="4205547183" sldId="259"/>
            <ac:spMk id="7" creationId="{71AEADD8-EA32-E1A2-87BC-9C6E9EA0F7DD}"/>
          </ac:spMkLst>
        </pc:spChg>
        <pc:spChg chg="add mod">
          <ac:chgData name="Chris Woodruff" userId="2dbf025665e4d94d" providerId="LiveId" clId="{B7954D88-423A-B749-AD39-9B4A89F4C93C}" dt="2024-07-31T11:51:26.126" v="344"/>
          <ac:spMkLst>
            <pc:docMk/>
            <pc:sldMk cId="4205547183" sldId="259"/>
            <ac:spMk id="8" creationId="{1B8436C3-BC99-F37B-4405-AB6463D8642A}"/>
          </ac:spMkLst>
        </pc:spChg>
        <pc:spChg chg="add mod">
          <ac:chgData name="Chris Woodruff" userId="2dbf025665e4d94d" providerId="LiveId" clId="{B7954D88-423A-B749-AD39-9B4A89F4C93C}" dt="2024-07-31T11:52:09.210" v="349"/>
          <ac:spMkLst>
            <pc:docMk/>
            <pc:sldMk cId="4205547183" sldId="259"/>
            <ac:spMk id="9" creationId="{5BB6EB7A-409A-CC8E-8FD6-BBF4D7FCD7D0}"/>
          </ac:spMkLst>
        </pc:spChg>
      </pc:sldChg>
      <pc:sldChg chg="addSp delSp modSp new mod modClrScheme chgLayout">
        <pc:chgData name="Chris Woodruff" userId="2dbf025665e4d94d" providerId="LiveId" clId="{B7954D88-423A-B749-AD39-9B4A89F4C93C}" dt="2024-08-02T11:08:20.614" v="1320" actId="1076"/>
        <pc:sldMkLst>
          <pc:docMk/>
          <pc:sldMk cId="1636046118" sldId="260"/>
        </pc:sldMkLst>
        <pc:spChg chg="mod ord">
          <ac:chgData name="Chris Woodruff" userId="2dbf025665e4d94d" providerId="LiveId" clId="{B7954D88-423A-B749-AD39-9B4A89F4C93C}" dt="2024-07-31T11:56:39.131" v="371" actId="700"/>
          <ac:spMkLst>
            <pc:docMk/>
            <pc:sldMk cId="1636046118" sldId="260"/>
            <ac:spMk id="2" creationId="{298948FD-4A3B-0137-7FA8-6955EFFE74A8}"/>
          </ac:spMkLst>
        </pc:spChg>
        <pc:spChg chg="del mod ord">
          <ac:chgData name="Chris Woodruff" userId="2dbf025665e4d94d" providerId="LiveId" clId="{B7954D88-423A-B749-AD39-9B4A89F4C93C}" dt="2024-07-31T11:56:34.808" v="370" actId="700"/>
          <ac:spMkLst>
            <pc:docMk/>
            <pc:sldMk cId="1636046118" sldId="260"/>
            <ac:spMk id="3" creationId="{08F99F28-A4B8-5A83-3D38-4F421FD55FA2}"/>
          </ac:spMkLst>
        </pc:spChg>
        <pc:spChg chg="add del mod ord">
          <ac:chgData name="Chris Woodruff" userId="2dbf025665e4d94d" providerId="LiveId" clId="{B7954D88-423A-B749-AD39-9B4A89F4C93C}" dt="2024-07-31T11:56:39.131" v="371" actId="700"/>
          <ac:spMkLst>
            <pc:docMk/>
            <pc:sldMk cId="1636046118" sldId="260"/>
            <ac:spMk id="4" creationId="{65CCB5A9-46FF-C5DF-6044-AC9C1575152B}"/>
          </ac:spMkLst>
        </pc:spChg>
        <pc:spChg chg="add del mod ord">
          <ac:chgData name="Chris Woodruff" userId="2dbf025665e4d94d" providerId="LiveId" clId="{B7954D88-423A-B749-AD39-9B4A89F4C93C}" dt="2024-07-31T11:56:39.131" v="371" actId="700"/>
          <ac:spMkLst>
            <pc:docMk/>
            <pc:sldMk cId="1636046118" sldId="260"/>
            <ac:spMk id="5" creationId="{8F80D413-7132-4F67-E699-84B92A9FCB61}"/>
          </ac:spMkLst>
        </pc:spChg>
        <pc:spChg chg="add mod ord">
          <ac:chgData name="Chris Woodruff" userId="2dbf025665e4d94d" providerId="LiveId" clId="{B7954D88-423A-B749-AD39-9B4A89F4C93C}" dt="2024-08-02T10:42:25.888" v="1209" actId="1076"/>
          <ac:spMkLst>
            <pc:docMk/>
            <pc:sldMk cId="1636046118" sldId="260"/>
            <ac:spMk id="6" creationId="{9F137680-D5FB-2A6C-46C6-8BBDF83BD2F0}"/>
          </ac:spMkLst>
        </pc:spChg>
        <pc:spChg chg="add mod ord">
          <ac:chgData name="Chris Woodruff" userId="2dbf025665e4d94d" providerId="LiveId" clId="{B7954D88-423A-B749-AD39-9B4A89F4C93C}" dt="2024-08-02T10:42:20.618" v="1208" actId="14100"/>
          <ac:spMkLst>
            <pc:docMk/>
            <pc:sldMk cId="1636046118" sldId="260"/>
            <ac:spMk id="7" creationId="{C356D60E-2228-FB18-2E56-99903739C0D4}"/>
          </ac:spMkLst>
        </pc:spChg>
        <pc:spChg chg="add mod ord">
          <ac:chgData name="Chris Woodruff" userId="2dbf025665e4d94d" providerId="LiveId" clId="{B7954D88-423A-B749-AD39-9B4A89F4C93C}" dt="2024-07-31T11:56:45.051" v="377" actId="20577"/>
          <ac:spMkLst>
            <pc:docMk/>
            <pc:sldMk cId="1636046118" sldId="260"/>
            <ac:spMk id="8" creationId="{D76319C9-B87F-FFC0-4AB6-48EE9FFA4B06}"/>
          </ac:spMkLst>
        </pc:spChg>
        <pc:spChg chg="add mod ord">
          <ac:chgData name="Chris Woodruff" userId="2dbf025665e4d94d" providerId="LiveId" clId="{B7954D88-423A-B749-AD39-9B4A89F4C93C}" dt="2024-08-02T10:42:42.427" v="1212" actId="14100"/>
          <ac:spMkLst>
            <pc:docMk/>
            <pc:sldMk cId="1636046118" sldId="260"/>
            <ac:spMk id="9" creationId="{F69E2076-F46C-E6E4-279A-05EADC17454F}"/>
          </ac:spMkLst>
        </pc:spChg>
        <pc:spChg chg="add mod">
          <ac:chgData name="Chris Woodruff" userId="2dbf025665e4d94d" providerId="LiveId" clId="{B7954D88-423A-B749-AD39-9B4A89F4C93C}" dt="2024-08-02T11:08:20.614" v="1320" actId="1076"/>
          <ac:spMkLst>
            <pc:docMk/>
            <pc:sldMk cId="1636046118" sldId="260"/>
            <ac:spMk id="11" creationId="{F212F728-C5F8-1F27-F8DE-6727720ECE81}"/>
          </ac:spMkLst>
        </pc:spChg>
      </pc:sldChg>
      <pc:sldChg chg="addSp delSp modSp new mod modClrScheme chgLayout">
        <pc:chgData name="Chris Woodruff" userId="2dbf025665e4d94d" providerId="LiveId" clId="{B7954D88-423A-B749-AD39-9B4A89F4C93C}" dt="2024-07-31T12:05:51.382" v="453" actId="20577"/>
        <pc:sldMkLst>
          <pc:docMk/>
          <pc:sldMk cId="2953509623" sldId="261"/>
        </pc:sldMkLst>
        <pc:spChg chg="mod ord">
          <ac:chgData name="Chris Woodruff" userId="2dbf025665e4d94d" providerId="LiveId" clId="{B7954D88-423A-B749-AD39-9B4A89F4C93C}" dt="2024-07-31T12:03:59.110" v="421" actId="27636"/>
          <ac:spMkLst>
            <pc:docMk/>
            <pc:sldMk cId="2953509623" sldId="261"/>
            <ac:spMk id="2" creationId="{39AFA75A-F0FB-1A84-6EDB-44191D0A2860}"/>
          </ac:spMkLst>
        </pc:spChg>
        <pc:spChg chg="del mod ord">
          <ac:chgData name="Chris Woodruff" userId="2dbf025665e4d94d" providerId="LiveId" clId="{B7954D88-423A-B749-AD39-9B4A89F4C93C}" dt="2024-07-31T12:03:29.449" v="419" actId="700"/>
          <ac:spMkLst>
            <pc:docMk/>
            <pc:sldMk cId="2953509623" sldId="261"/>
            <ac:spMk id="3" creationId="{10D5C1FD-700A-9741-E142-73920E03BA0A}"/>
          </ac:spMkLst>
        </pc:spChg>
        <pc:spChg chg="add mod ord">
          <ac:chgData name="Chris Woodruff" userId="2dbf025665e4d94d" providerId="LiveId" clId="{B7954D88-423A-B749-AD39-9B4A89F4C93C}" dt="2024-07-31T12:04:31.929" v="427" actId="20577"/>
          <ac:spMkLst>
            <pc:docMk/>
            <pc:sldMk cId="2953509623" sldId="261"/>
            <ac:spMk id="4" creationId="{CC6B426E-C963-633D-B498-5093AD4E3D85}"/>
          </ac:spMkLst>
        </pc:spChg>
        <pc:spChg chg="add mod ord">
          <ac:chgData name="Chris Woodruff" userId="2dbf025665e4d94d" providerId="LiveId" clId="{B7954D88-423A-B749-AD39-9B4A89F4C93C}" dt="2024-07-31T12:05:30.677" v="450" actId="27636"/>
          <ac:spMkLst>
            <pc:docMk/>
            <pc:sldMk cId="2953509623" sldId="261"/>
            <ac:spMk id="5" creationId="{95DB6E3C-AFA5-4233-4369-3278552F8F45}"/>
          </ac:spMkLst>
        </pc:spChg>
        <pc:spChg chg="add mod ord">
          <ac:chgData name="Chris Woodruff" userId="2dbf025665e4d94d" providerId="LiveId" clId="{B7954D88-423A-B749-AD39-9B4A89F4C93C}" dt="2024-07-31T12:04:35.600" v="431" actId="20577"/>
          <ac:spMkLst>
            <pc:docMk/>
            <pc:sldMk cId="2953509623" sldId="261"/>
            <ac:spMk id="6" creationId="{39939430-6178-7FF0-87B7-325FF2BCD60B}"/>
          </ac:spMkLst>
        </pc:spChg>
        <pc:spChg chg="add mod ord">
          <ac:chgData name="Chris Woodruff" userId="2dbf025665e4d94d" providerId="LiveId" clId="{B7954D88-423A-B749-AD39-9B4A89F4C93C}" dt="2024-07-31T12:05:51.382" v="453" actId="20577"/>
          <ac:spMkLst>
            <pc:docMk/>
            <pc:sldMk cId="2953509623" sldId="261"/>
            <ac:spMk id="7" creationId="{53D3D617-7249-E08E-72C1-B4AA8F7108E6}"/>
          </ac:spMkLst>
        </pc:spChg>
      </pc:sldChg>
      <pc:sldChg chg="addSp delSp modSp new mod modClrScheme chgLayout">
        <pc:chgData name="Chris Woodruff" userId="2dbf025665e4d94d" providerId="LiveId" clId="{B7954D88-423A-B749-AD39-9B4A89F4C93C}" dt="2024-08-02T10:47:21.449" v="1248" actId="1076"/>
        <pc:sldMkLst>
          <pc:docMk/>
          <pc:sldMk cId="977825770" sldId="262"/>
        </pc:sldMkLst>
        <pc:spChg chg="mod ord">
          <ac:chgData name="Chris Woodruff" userId="2dbf025665e4d94d" providerId="LiveId" clId="{B7954D88-423A-B749-AD39-9B4A89F4C93C}" dt="2024-07-31T12:07:00.045" v="461" actId="700"/>
          <ac:spMkLst>
            <pc:docMk/>
            <pc:sldMk cId="977825770" sldId="262"/>
            <ac:spMk id="2" creationId="{F80EB11C-79D1-CC37-31CC-2D80595CAC76}"/>
          </ac:spMkLst>
        </pc:spChg>
        <pc:spChg chg="del mod ord">
          <ac:chgData name="Chris Woodruff" userId="2dbf025665e4d94d" providerId="LiveId" clId="{B7954D88-423A-B749-AD39-9B4A89F4C93C}" dt="2024-07-31T12:04:20.241" v="425" actId="700"/>
          <ac:spMkLst>
            <pc:docMk/>
            <pc:sldMk cId="977825770" sldId="262"/>
            <ac:spMk id="3" creationId="{0BC21DEB-3233-E300-81E7-D2ADC9316AC7}"/>
          </ac:spMkLst>
        </pc:spChg>
        <pc:spChg chg="add mod ord">
          <ac:chgData name="Chris Woodruff" userId="2dbf025665e4d94d" providerId="LiveId" clId="{B7954D88-423A-B749-AD39-9B4A89F4C93C}" dt="2024-07-31T12:07:00.045" v="461" actId="700"/>
          <ac:spMkLst>
            <pc:docMk/>
            <pc:sldMk cId="977825770" sldId="262"/>
            <ac:spMk id="4" creationId="{2D063C76-2BA3-6832-D9F3-EEBE30FEB104}"/>
          </ac:spMkLst>
        </pc:spChg>
        <pc:spChg chg="add del mod ord">
          <ac:chgData name="Chris Woodruff" userId="2dbf025665e4d94d" providerId="LiveId" clId="{B7954D88-423A-B749-AD39-9B4A89F4C93C}" dt="2024-07-31T12:06:49.462" v="460" actId="700"/>
          <ac:spMkLst>
            <pc:docMk/>
            <pc:sldMk cId="977825770" sldId="262"/>
            <ac:spMk id="5" creationId="{353A05AD-B874-4BF2-FFDE-80664E33D25F}"/>
          </ac:spMkLst>
        </pc:spChg>
        <pc:spChg chg="add mod ord">
          <ac:chgData name="Chris Woodruff" userId="2dbf025665e4d94d" providerId="LiveId" clId="{B7954D88-423A-B749-AD39-9B4A89F4C93C}" dt="2024-08-02T10:47:21.449" v="1248" actId="1076"/>
          <ac:spMkLst>
            <pc:docMk/>
            <pc:sldMk cId="977825770" sldId="262"/>
            <ac:spMk id="6" creationId="{3D2DCFB6-9245-224E-A7E1-36F81A3D9213}"/>
          </ac:spMkLst>
        </pc:spChg>
        <pc:spChg chg="add del mod ord">
          <ac:chgData name="Chris Woodruff" userId="2dbf025665e4d94d" providerId="LiveId" clId="{B7954D88-423A-B749-AD39-9B4A89F4C93C}" dt="2024-07-31T12:06:49.462" v="460" actId="700"/>
          <ac:spMkLst>
            <pc:docMk/>
            <pc:sldMk cId="977825770" sldId="262"/>
            <ac:spMk id="7" creationId="{6E3CA1C3-3DED-78DE-B7EB-E07DA4336B8D}"/>
          </ac:spMkLst>
        </pc:spChg>
        <pc:spChg chg="add del mod ord">
          <ac:chgData name="Chris Woodruff" userId="2dbf025665e4d94d" providerId="LiveId" clId="{B7954D88-423A-B749-AD39-9B4A89F4C93C}" dt="2024-07-31T12:07:00.045" v="461" actId="700"/>
          <ac:spMkLst>
            <pc:docMk/>
            <pc:sldMk cId="977825770" sldId="262"/>
            <ac:spMk id="8" creationId="{229DE073-35C0-F602-83AA-AE8E8D47EC90}"/>
          </ac:spMkLst>
        </pc:spChg>
      </pc:sldChg>
      <pc:sldChg chg="addSp delSp modSp new mod setBg modClrScheme chgLayout">
        <pc:chgData name="Chris Woodruff" userId="2dbf025665e4d94d" providerId="LiveId" clId="{B7954D88-423A-B749-AD39-9B4A89F4C93C}" dt="2024-07-31T01:42:24.643" v="293" actId="26606"/>
        <pc:sldMkLst>
          <pc:docMk/>
          <pc:sldMk cId="980014706" sldId="263"/>
        </pc:sldMkLst>
        <pc:spChg chg="del mod ord">
          <ac:chgData name="Chris Woodruff" userId="2dbf025665e4d94d" providerId="LiveId" clId="{B7954D88-423A-B749-AD39-9B4A89F4C93C}" dt="2024-07-31T01:22:31.337" v="164" actId="700"/>
          <ac:spMkLst>
            <pc:docMk/>
            <pc:sldMk cId="980014706" sldId="263"/>
            <ac:spMk id="2" creationId="{67DB0F8F-A8E9-AEB1-18C0-4CD8FB6F2BA4}"/>
          </ac:spMkLst>
        </pc:spChg>
        <pc:spChg chg="del mod ord">
          <ac:chgData name="Chris Woodruff" userId="2dbf025665e4d94d" providerId="LiveId" clId="{B7954D88-423A-B749-AD39-9B4A89F4C93C}" dt="2024-07-31T01:22:31.337" v="164" actId="700"/>
          <ac:spMkLst>
            <pc:docMk/>
            <pc:sldMk cId="980014706" sldId="263"/>
            <ac:spMk id="3" creationId="{0D335FF2-D8D2-A5AA-769D-AE969CE54EF5}"/>
          </ac:spMkLst>
        </pc:spChg>
        <pc:spChg chg="add mod ord">
          <ac:chgData name="Chris Woodruff" userId="2dbf025665e4d94d" providerId="LiveId" clId="{B7954D88-423A-B749-AD39-9B4A89F4C93C}" dt="2024-07-31T01:42:24.643" v="293" actId="26606"/>
          <ac:spMkLst>
            <pc:docMk/>
            <pc:sldMk cId="980014706" sldId="263"/>
            <ac:spMk id="4" creationId="{0338D3D2-287E-F14D-8117-ED0AC9D5BE9A}"/>
          </ac:spMkLst>
        </pc:spChg>
        <pc:spChg chg="add mod ord">
          <ac:chgData name="Chris Woodruff" userId="2dbf025665e4d94d" providerId="LiveId" clId="{B7954D88-423A-B749-AD39-9B4A89F4C93C}" dt="2024-07-31T01:42:22.245" v="291" actId="26606"/>
          <ac:spMkLst>
            <pc:docMk/>
            <pc:sldMk cId="980014706" sldId="263"/>
            <ac:spMk id="5" creationId="{EEF1D17A-9DD9-F48B-5940-FEDD30AD5767}"/>
          </ac:spMkLst>
        </pc:spChg>
        <pc:spChg chg="add del">
          <ac:chgData name="Chris Woodruff" userId="2dbf025665e4d94d" providerId="LiveId" clId="{B7954D88-423A-B749-AD39-9B4A89F4C93C}" dt="2024-07-31T01:39:52.574" v="264" actId="26606"/>
          <ac:spMkLst>
            <pc:docMk/>
            <pc:sldMk cId="980014706" sldId="263"/>
            <ac:spMk id="13" creationId="{F69F96FE-C3F5-4F02-8428-78ADCB975ED9}"/>
          </ac:spMkLst>
        </pc:spChg>
        <pc:spChg chg="add del">
          <ac:chgData name="Chris Woodruff" userId="2dbf025665e4d94d" providerId="LiveId" clId="{B7954D88-423A-B749-AD39-9B4A89F4C93C}" dt="2024-07-31T01:39:52.574" v="264" actId="26606"/>
          <ac:spMkLst>
            <pc:docMk/>
            <pc:sldMk cId="980014706" sldId="263"/>
            <ac:spMk id="15" creationId="{F80C6B76-4D7E-4FE2-84E4-C4734B2B49EE}"/>
          </ac:spMkLst>
        </pc:spChg>
        <pc:spChg chg="add del">
          <ac:chgData name="Chris Woodruff" userId="2dbf025665e4d94d" providerId="LiveId" clId="{B7954D88-423A-B749-AD39-9B4A89F4C93C}" dt="2024-07-31T01:40:02.599" v="266" actId="26606"/>
          <ac:spMkLst>
            <pc:docMk/>
            <pc:sldMk cId="980014706" sldId="263"/>
            <ac:spMk id="20" creationId="{F69F96FE-C3F5-4F02-8428-78ADCB975ED9}"/>
          </ac:spMkLst>
        </pc:spChg>
        <pc:spChg chg="add del">
          <ac:chgData name="Chris Woodruff" userId="2dbf025665e4d94d" providerId="LiveId" clId="{B7954D88-423A-B749-AD39-9B4A89F4C93C}" dt="2024-07-31T01:40:02.599" v="266" actId="26606"/>
          <ac:spMkLst>
            <pc:docMk/>
            <pc:sldMk cId="980014706" sldId="263"/>
            <ac:spMk id="22" creationId="{F80C6B76-4D7E-4FE2-84E4-C4734B2B49EE}"/>
          </ac:spMkLst>
        </pc:spChg>
        <pc:spChg chg="add del">
          <ac:chgData name="Chris Woodruff" userId="2dbf025665e4d94d" providerId="LiveId" clId="{B7954D88-423A-B749-AD39-9B4A89F4C93C}" dt="2024-07-31T01:42:24.643" v="293" actId="26606"/>
          <ac:spMkLst>
            <pc:docMk/>
            <pc:sldMk cId="980014706" sldId="263"/>
            <ac:spMk id="26" creationId="{51C0BCA8-B9D5-4F84-B063-ABE683EE04E1}"/>
          </ac:spMkLst>
        </pc:spChg>
        <pc:spChg chg="add del">
          <ac:chgData name="Chris Woodruff" userId="2dbf025665e4d94d" providerId="LiveId" clId="{B7954D88-423A-B749-AD39-9B4A89F4C93C}" dt="2024-07-31T01:42:24.643" v="293" actId="26606"/>
          <ac:spMkLst>
            <pc:docMk/>
            <pc:sldMk cId="980014706" sldId="263"/>
            <ac:spMk id="28" creationId="{3E12DCC6-BC83-4B12-995C-FEA02449A7B5}"/>
          </ac:spMkLst>
        </pc:spChg>
        <pc:spChg chg="add del">
          <ac:chgData name="Chris Woodruff" userId="2dbf025665e4d94d" providerId="LiveId" clId="{B7954D88-423A-B749-AD39-9B4A89F4C93C}" dt="2024-07-31T01:42:22.245" v="291" actId="26606"/>
          <ac:spMkLst>
            <pc:docMk/>
            <pc:sldMk cId="980014706" sldId="263"/>
            <ac:spMk id="36" creationId="{FF4F1B1F-38C9-4BA3-8793-E2B6FC978C0A}"/>
          </ac:spMkLst>
        </pc:spChg>
        <pc:spChg chg="add del">
          <ac:chgData name="Chris Woodruff" userId="2dbf025665e4d94d" providerId="LiveId" clId="{B7954D88-423A-B749-AD39-9B4A89F4C93C}" dt="2024-07-31T01:42:24.643" v="293" actId="26606"/>
          <ac:spMkLst>
            <pc:docMk/>
            <pc:sldMk cId="980014706" sldId="263"/>
            <ac:spMk id="42" creationId="{51C0BCA8-B9D5-4F84-B063-ABE683EE04E1}"/>
          </ac:spMkLst>
        </pc:spChg>
        <pc:spChg chg="add del">
          <ac:chgData name="Chris Woodruff" userId="2dbf025665e4d94d" providerId="LiveId" clId="{B7954D88-423A-B749-AD39-9B4A89F4C93C}" dt="2024-07-31T01:42:24.643" v="293" actId="26606"/>
          <ac:spMkLst>
            <pc:docMk/>
            <pc:sldMk cId="980014706" sldId="263"/>
            <ac:spMk id="43" creationId="{3148D7B7-CAFA-4089-A365-6371A76FE4A6}"/>
          </ac:spMkLst>
        </pc:spChg>
        <pc:picChg chg="add del">
          <ac:chgData name="Chris Woodruff" userId="2dbf025665e4d94d" providerId="LiveId" clId="{B7954D88-423A-B749-AD39-9B4A89F4C93C}" dt="2024-07-31T01:39:52.574" v="264" actId="26606"/>
          <ac:picMkLst>
            <pc:docMk/>
            <pc:sldMk cId="980014706" sldId="263"/>
            <ac:picMk id="7" creationId="{3E6CA1F8-F106-BF6D-FA6D-53BFD1A72505}"/>
          </ac:picMkLst>
        </pc:picChg>
        <pc:picChg chg="add del">
          <ac:chgData name="Chris Woodruff" userId="2dbf025665e4d94d" providerId="LiveId" clId="{B7954D88-423A-B749-AD39-9B4A89F4C93C}" dt="2024-07-31T01:40:02.599" v="266" actId="26606"/>
          <ac:picMkLst>
            <pc:docMk/>
            <pc:sldMk cId="980014706" sldId="263"/>
            <ac:picMk id="21" creationId="{647CAFEF-FA84-0910-6A75-827D22CF78A1}"/>
          </ac:picMkLst>
        </pc:picChg>
        <pc:picChg chg="add mod">
          <ac:chgData name="Chris Woodruff" userId="2dbf025665e4d94d" providerId="LiveId" clId="{B7954D88-423A-B749-AD39-9B4A89F4C93C}" dt="2024-07-31T01:42:22.245" v="291" actId="26606"/>
          <ac:picMkLst>
            <pc:docMk/>
            <pc:sldMk cId="980014706" sldId="263"/>
            <ac:picMk id="27" creationId="{BABA4C1E-1D39-68D8-C235-C69F9B9C0972}"/>
          </ac:picMkLst>
        </pc:picChg>
        <pc:cxnChg chg="add del">
          <ac:chgData name="Chris Woodruff" userId="2dbf025665e4d94d" providerId="LiveId" clId="{B7954D88-423A-B749-AD39-9B4A89F4C93C}" dt="2024-07-31T01:39:52.574" v="264" actId="26606"/>
          <ac:cxnSpMkLst>
            <pc:docMk/>
            <pc:sldMk cId="980014706" sldId="263"/>
            <ac:cxnSpMk id="11" creationId="{EAD4CCDA-06BF-4D2A-B44F-195AEC0B5B22}"/>
          </ac:cxnSpMkLst>
        </pc:cxnChg>
        <pc:cxnChg chg="add del">
          <ac:chgData name="Chris Woodruff" userId="2dbf025665e4d94d" providerId="LiveId" clId="{B7954D88-423A-B749-AD39-9B4A89F4C93C}" dt="2024-07-31T01:39:52.574" v="264" actId="26606"/>
          <ac:cxnSpMkLst>
            <pc:docMk/>
            <pc:sldMk cId="980014706" sldId="263"/>
            <ac:cxnSpMk id="17" creationId="{16BEECB0-0766-4C59-B86E-5D26B7D8EF4D}"/>
          </ac:cxnSpMkLst>
        </pc:cxnChg>
        <pc:cxnChg chg="add del">
          <ac:chgData name="Chris Woodruff" userId="2dbf025665e4d94d" providerId="LiveId" clId="{B7954D88-423A-B749-AD39-9B4A89F4C93C}" dt="2024-07-31T01:40:02.599" v="266" actId="26606"/>
          <ac:cxnSpMkLst>
            <pc:docMk/>
            <pc:sldMk cId="980014706" sldId="263"/>
            <ac:cxnSpMk id="19" creationId="{EAD4CCDA-06BF-4D2A-B44F-195AEC0B5B22}"/>
          </ac:cxnSpMkLst>
        </pc:cxnChg>
        <pc:cxnChg chg="add del">
          <ac:chgData name="Chris Woodruff" userId="2dbf025665e4d94d" providerId="LiveId" clId="{B7954D88-423A-B749-AD39-9B4A89F4C93C}" dt="2024-07-31T01:40:02.599" v="266" actId="26606"/>
          <ac:cxnSpMkLst>
            <pc:docMk/>
            <pc:sldMk cId="980014706" sldId="263"/>
            <ac:cxnSpMk id="23" creationId="{16BEECB0-0766-4C59-B86E-5D26B7D8EF4D}"/>
          </ac:cxnSpMkLst>
        </pc:cxnChg>
        <pc:cxnChg chg="add del">
          <ac:chgData name="Chris Woodruff" userId="2dbf025665e4d94d" providerId="LiveId" clId="{B7954D88-423A-B749-AD39-9B4A89F4C93C}" dt="2024-07-31T01:42:24.643" v="293" actId="26606"/>
          <ac:cxnSpMkLst>
            <pc:docMk/>
            <pc:sldMk cId="980014706" sldId="263"/>
            <ac:cxnSpMk id="25" creationId="{EAD4CCDA-06BF-4D2A-B44F-195AEC0B5B22}"/>
          </ac:cxnSpMkLst>
        </pc:cxnChg>
        <pc:cxnChg chg="add del">
          <ac:chgData name="Chris Woodruff" userId="2dbf025665e4d94d" providerId="LiveId" clId="{B7954D88-423A-B749-AD39-9B4A89F4C93C}" dt="2024-07-31T01:42:24.643" v="293" actId="26606"/>
          <ac:cxnSpMkLst>
            <pc:docMk/>
            <pc:sldMk cId="980014706" sldId="263"/>
            <ac:cxnSpMk id="29" creationId="{7476E355-DC49-4AFB-88DE-62B854B9B315}"/>
          </ac:cxnSpMkLst>
        </pc:cxnChg>
        <pc:cxnChg chg="add del">
          <ac:chgData name="Chris Woodruff" userId="2dbf025665e4d94d" providerId="LiveId" clId="{B7954D88-423A-B749-AD39-9B4A89F4C93C}" dt="2024-07-31T01:42:22.245" v="291" actId="26606"/>
          <ac:cxnSpMkLst>
            <pc:docMk/>
            <pc:sldMk cId="980014706" sldId="263"/>
            <ac:cxnSpMk id="34" creationId="{EAD4CCDA-06BF-4D2A-B44F-195AEC0B5B22}"/>
          </ac:cxnSpMkLst>
        </pc:cxnChg>
        <pc:cxnChg chg="add del">
          <ac:chgData name="Chris Woodruff" userId="2dbf025665e4d94d" providerId="LiveId" clId="{B7954D88-423A-B749-AD39-9B4A89F4C93C}" dt="2024-07-31T01:42:22.245" v="291" actId="26606"/>
          <ac:cxnSpMkLst>
            <pc:docMk/>
            <pc:sldMk cId="980014706" sldId="263"/>
            <ac:cxnSpMk id="38" creationId="{6B5C80BC-C547-4FD8-9B68-6A9207F08580}"/>
          </ac:cxnSpMkLst>
        </pc:cxnChg>
        <pc:cxnChg chg="add del">
          <ac:chgData name="Chris Woodruff" userId="2dbf025665e4d94d" providerId="LiveId" clId="{B7954D88-423A-B749-AD39-9B4A89F4C93C}" dt="2024-07-31T01:42:24.643" v="293" actId="26606"/>
          <ac:cxnSpMkLst>
            <pc:docMk/>
            <pc:sldMk cId="980014706" sldId="263"/>
            <ac:cxnSpMk id="40" creationId="{7476E355-DC49-4AFB-88DE-62B854B9B315}"/>
          </ac:cxnSpMkLst>
        </pc:cxnChg>
        <pc:cxnChg chg="add del">
          <ac:chgData name="Chris Woodruff" userId="2dbf025665e4d94d" providerId="LiveId" clId="{B7954D88-423A-B749-AD39-9B4A89F4C93C}" dt="2024-07-31T01:42:24.643" v="293" actId="26606"/>
          <ac:cxnSpMkLst>
            <pc:docMk/>
            <pc:sldMk cId="980014706" sldId="263"/>
            <ac:cxnSpMk id="41" creationId="{EAD4CCDA-06BF-4D2A-B44F-195AEC0B5B22}"/>
          </ac:cxnSpMkLst>
        </pc:cxnChg>
      </pc:sldChg>
      <pc:sldChg chg="addSp delSp modSp new mod modClrScheme chgLayout">
        <pc:chgData name="Chris Woodruff" userId="2dbf025665e4d94d" providerId="LiveId" clId="{B7954D88-423A-B749-AD39-9B4A89F4C93C}" dt="2024-08-01T00:59:44.831" v="490" actId="20577"/>
        <pc:sldMkLst>
          <pc:docMk/>
          <pc:sldMk cId="2803843845" sldId="264"/>
        </pc:sldMkLst>
        <pc:spChg chg="mod ord">
          <ac:chgData name="Chris Woodruff" userId="2dbf025665e4d94d" providerId="LiveId" clId="{B7954D88-423A-B749-AD39-9B4A89F4C93C}" dt="2024-07-31T12:49:23.219" v="471" actId="700"/>
          <ac:spMkLst>
            <pc:docMk/>
            <pc:sldMk cId="2803843845" sldId="264"/>
            <ac:spMk id="2" creationId="{678621A4-F9E5-0AE7-4DB7-EDD32A1DB48A}"/>
          </ac:spMkLst>
        </pc:spChg>
        <pc:spChg chg="del mod ord">
          <ac:chgData name="Chris Woodruff" userId="2dbf025665e4d94d" providerId="LiveId" clId="{B7954D88-423A-B749-AD39-9B4A89F4C93C}" dt="2024-07-31T12:49:23.219" v="471" actId="700"/>
          <ac:spMkLst>
            <pc:docMk/>
            <pc:sldMk cId="2803843845" sldId="264"/>
            <ac:spMk id="3" creationId="{77349FD1-3375-B47A-37A9-81CF2B112608}"/>
          </ac:spMkLst>
        </pc:spChg>
        <pc:spChg chg="add del mod ord">
          <ac:chgData name="Chris Woodruff" userId="2dbf025665e4d94d" providerId="LiveId" clId="{B7954D88-423A-B749-AD39-9B4A89F4C93C}" dt="2024-07-31T12:49:26.229" v="472" actId="478"/>
          <ac:spMkLst>
            <pc:docMk/>
            <pc:sldMk cId="2803843845" sldId="264"/>
            <ac:spMk id="4" creationId="{BCA7FF9B-8019-F6AB-163B-9BD1059DCAC2}"/>
          </ac:spMkLst>
        </pc:spChg>
        <pc:spChg chg="add mod ord">
          <ac:chgData name="Chris Woodruff" userId="2dbf025665e4d94d" providerId="LiveId" clId="{B7954D88-423A-B749-AD39-9B4A89F4C93C}" dt="2024-08-01T00:59:44.831" v="490" actId="20577"/>
          <ac:spMkLst>
            <pc:docMk/>
            <pc:sldMk cId="2803843845" sldId="264"/>
            <ac:spMk id="5" creationId="{95F51EC6-CF3A-8C84-EEA3-F5A4B3FA1745}"/>
          </ac:spMkLst>
        </pc:spChg>
        <pc:picChg chg="add mod">
          <ac:chgData name="Chris Woodruff" userId="2dbf025665e4d94d" providerId="LiveId" clId="{B7954D88-423A-B749-AD39-9B4A89F4C93C}" dt="2024-07-31T12:49:35.064" v="474" actId="1076"/>
          <ac:picMkLst>
            <pc:docMk/>
            <pc:sldMk cId="2803843845" sldId="264"/>
            <ac:picMk id="1026" creationId="{E44760A1-1145-0AA7-93C7-28CE12A48DEB}"/>
          </ac:picMkLst>
        </pc:picChg>
      </pc:sldChg>
      <pc:sldChg chg="addSp delSp modSp new mod modClrScheme chgLayout">
        <pc:chgData name="Chris Woodruff" userId="2dbf025665e4d94d" providerId="LiveId" clId="{B7954D88-423A-B749-AD39-9B4A89F4C93C}" dt="2024-08-01T00:59:38.641" v="488" actId="20577"/>
        <pc:sldMkLst>
          <pc:docMk/>
          <pc:sldMk cId="1430116675" sldId="265"/>
        </pc:sldMkLst>
        <pc:spChg chg="mod ord">
          <ac:chgData name="Chris Woodruff" userId="2dbf025665e4d94d" providerId="LiveId" clId="{B7954D88-423A-B749-AD39-9B4A89F4C93C}" dt="2024-08-01T00:59:14.159" v="476" actId="27636"/>
          <ac:spMkLst>
            <pc:docMk/>
            <pc:sldMk cId="1430116675" sldId="265"/>
            <ac:spMk id="2" creationId="{44AEA616-33D1-8F52-FC79-638FD5F41CC5}"/>
          </ac:spMkLst>
        </pc:spChg>
        <pc:spChg chg="del mod ord">
          <ac:chgData name="Chris Woodruff" userId="2dbf025665e4d94d" providerId="LiveId" clId="{B7954D88-423A-B749-AD39-9B4A89F4C93C}" dt="2024-08-01T00:59:14.133" v="475" actId="700"/>
          <ac:spMkLst>
            <pc:docMk/>
            <pc:sldMk cId="1430116675" sldId="265"/>
            <ac:spMk id="3" creationId="{60EDAEC8-415F-071F-3A0B-735EDD914C73}"/>
          </ac:spMkLst>
        </pc:spChg>
        <pc:spChg chg="add del mod ord">
          <ac:chgData name="Chris Woodruff" userId="2dbf025665e4d94d" providerId="LiveId" clId="{B7954D88-423A-B749-AD39-9B4A89F4C93C}" dt="2024-08-01T00:59:17.949" v="477" actId="478"/>
          <ac:spMkLst>
            <pc:docMk/>
            <pc:sldMk cId="1430116675" sldId="265"/>
            <ac:spMk id="4" creationId="{3B02377F-12FF-EDBC-633B-D44F474F7B12}"/>
          </ac:spMkLst>
        </pc:spChg>
        <pc:spChg chg="add mod ord">
          <ac:chgData name="Chris Woodruff" userId="2dbf025665e4d94d" providerId="LiveId" clId="{B7954D88-423A-B749-AD39-9B4A89F4C93C}" dt="2024-08-01T00:59:38.641" v="488" actId="20577"/>
          <ac:spMkLst>
            <pc:docMk/>
            <pc:sldMk cId="1430116675" sldId="265"/>
            <ac:spMk id="5" creationId="{B32BBB8D-ED69-D5EF-C0AA-BAFCB59EF6B9}"/>
          </ac:spMkLst>
        </pc:spChg>
        <pc:picChg chg="add mod">
          <ac:chgData name="Chris Woodruff" userId="2dbf025665e4d94d" providerId="LiveId" clId="{B7954D88-423A-B749-AD39-9B4A89F4C93C}" dt="2024-08-01T00:59:32.249" v="482" actId="1076"/>
          <ac:picMkLst>
            <pc:docMk/>
            <pc:sldMk cId="1430116675" sldId="265"/>
            <ac:picMk id="2050" creationId="{250384B3-D84E-0421-7A39-2A3784297EB5}"/>
          </ac:picMkLst>
        </pc:picChg>
      </pc:sldChg>
      <pc:sldChg chg="addSp delSp modSp new mod modClrScheme chgLayout">
        <pc:chgData name="Chris Woodruff" userId="2dbf025665e4d94d" providerId="LiveId" clId="{B7954D88-423A-B749-AD39-9B4A89F4C93C}" dt="2024-08-02T10:51:00.124" v="1265" actId="113"/>
        <pc:sldMkLst>
          <pc:docMk/>
          <pc:sldMk cId="396292466" sldId="266"/>
        </pc:sldMkLst>
        <pc:spChg chg="mod ord">
          <ac:chgData name="Chris Woodruff" userId="2dbf025665e4d94d" providerId="LiveId" clId="{B7954D88-423A-B749-AD39-9B4A89F4C93C}" dt="2024-08-02T10:50:13.623" v="1259" actId="27636"/>
          <ac:spMkLst>
            <pc:docMk/>
            <pc:sldMk cId="396292466" sldId="266"/>
            <ac:spMk id="2" creationId="{78BB3FF3-9816-3B1B-FD0F-5711C5766A63}"/>
          </ac:spMkLst>
        </pc:spChg>
        <pc:spChg chg="del mod ord">
          <ac:chgData name="Chris Woodruff" userId="2dbf025665e4d94d" providerId="LiveId" clId="{B7954D88-423A-B749-AD39-9B4A89F4C93C}" dt="2024-08-01T01:03:27.854" v="493" actId="700"/>
          <ac:spMkLst>
            <pc:docMk/>
            <pc:sldMk cId="396292466" sldId="266"/>
            <ac:spMk id="3" creationId="{73A67B1C-3588-008E-1FF0-80B0E6159ADE}"/>
          </ac:spMkLst>
        </pc:spChg>
        <pc:spChg chg="add del mod ord">
          <ac:chgData name="Chris Woodruff" userId="2dbf025665e4d94d" providerId="LiveId" clId="{B7954D88-423A-B749-AD39-9B4A89F4C93C}" dt="2024-08-01T01:03:32.019" v="495" actId="478"/>
          <ac:spMkLst>
            <pc:docMk/>
            <pc:sldMk cId="396292466" sldId="266"/>
            <ac:spMk id="4" creationId="{7DFBD9FF-1A3B-B646-2296-4DEE5189BDFA}"/>
          </ac:spMkLst>
        </pc:spChg>
        <pc:spChg chg="add mod ord">
          <ac:chgData name="Chris Woodruff" userId="2dbf025665e4d94d" providerId="LiveId" clId="{B7954D88-423A-B749-AD39-9B4A89F4C93C}" dt="2024-08-02T10:51:00.124" v="1265" actId="113"/>
          <ac:spMkLst>
            <pc:docMk/>
            <pc:sldMk cId="396292466" sldId="266"/>
            <ac:spMk id="5" creationId="{461E83E0-1856-4A64-B218-76348EC12012}"/>
          </ac:spMkLst>
        </pc:spChg>
        <pc:spChg chg="add mod">
          <ac:chgData name="Chris Woodruff" userId="2dbf025665e4d94d" providerId="LiveId" clId="{B7954D88-423A-B749-AD39-9B4A89F4C93C}" dt="2024-08-02T10:50:34.703" v="1263" actId="14100"/>
          <ac:spMkLst>
            <pc:docMk/>
            <pc:sldMk cId="396292466" sldId="266"/>
            <ac:spMk id="7" creationId="{E001614C-6B72-101E-FB05-1FAEC0F59C88}"/>
          </ac:spMkLst>
        </pc:spChg>
      </pc:sldChg>
      <pc:sldChg chg="addSp delSp modSp new mod setBg modClrScheme chgLayout">
        <pc:chgData name="Chris Woodruff" userId="2dbf025665e4d94d" providerId="LiveId" clId="{B7954D88-423A-B749-AD39-9B4A89F4C93C}" dt="2024-07-31T01:42:47.514" v="298" actId="26606"/>
        <pc:sldMkLst>
          <pc:docMk/>
          <pc:sldMk cId="3865338691" sldId="267"/>
        </pc:sldMkLst>
        <pc:spChg chg="del mod ord">
          <ac:chgData name="Chris Woodruff" userId="2dbf025665e4d94d" providerId="LiveId" clId="{B7954D88-423A-B749-AD39-9B4A89F4C93C}" dt="2024-07-31T01:22:54.343" v="166" actId="700"/>
          <ac:spMkLst>
            <pc:docMk/>
            <pc:sldMk cId="3865338691" sldId="267"/>
            <ac:spMk id="2" creationId="{7A0F79B5-2584-8183-9F96-96C72BA64BE9}"/>
          </ac:spMkLst>
        </pc:spChg>
        <pc:spChg chg="del mod ord">
          <ac:chgData name="Chris Woodruff" userId="2dbf025665e4d94d" providerId="LiveId" clId="{B7954D88-423A-B749-AD39-9B4A89F4C93C}" dt="2024-07-31T01:22:54.343" v="166" actId="700"/>
          <ac:spMkLst>
            <pc:docMk/>
            <pc:sldMk cId="3865338691" sldId="267"/>
            <ac:spMk id="3" creationId="{CF3DE059-2755-7C53-BCA5-F732123A49F3}"/>
          </ac:spMkLst>
        </pc:spChg>
        <pc:spChg chg="add mod ord">
          <ac:chgData name="Chris Woodruff" userId="2dbf025665e4d94d" providerId="LiveId" clId="{B7954D88-423A-B749-AD39-9B4A89F4C93C}" dt="2024-07-31T01:42:47.514" v="298" actId="26606"/>
          <ac:spMkLst>
            <pc:docMk/>
            <pc:sldMk cId="3865338691" sldId="267"/>
            <ac:spMk id="4" creationId="{2813A5FC-3FE0-2C40-6F09-DBF34C6A7023}"/>
          </ac:spMkLst>
        </pc:spChg>
        <pc:spChg chg="add mod ord">
          <ac:chgData name="Chris Woodruff" userId="2dbf025665e4d94d" providerId="LiveId" clId="{B7954D88-423A-B749-AD39-9B4A89F4C93C}" dt="2024-07-31T01:42:47.514" v="298" actId="26606"/>
          <ac:spMkLst>
            <pc:docMk/>
            <pc:sldMk cId="3865338691" sldId="267"/>
            <ac:spMk id="5" creationId="{6D28F61E-4F3C-D583-3289-A85A2FBD9BA2}"/>
          </ac:spMkLst>
        </pc:spChg>
        <pc:spChg chg="add del">
          <ac:chgData name="Chris Woodruff" userId="2dbf025665e4d94d" providerId="LiveId" clId="{B7954D88-423A-B749-AD39-9B4A89F4C93C}" dt="2024-07-31T01:42:47.514" v="298" actId="26606"/>
          <ac:spMkLst>
            <pc:docMk/>
            <pc:sldMk cId="3865338691" sldId="267"/>
            <ac:spMk id="13" creationId="{3CECA2BE-0443-493F-9413-FC132026C29F}"/>
          </ac:spMkLst>
        </pc:spChg>
        <pc:spChg chg="add del">
          <ac:chgData name="Chris Woodruff" userId="2dbf025665e4d94d" providerId="LiveId" clId="{B7954D88-423A-B749-AD39-9B4A89F4C93C}" dt="2024-07-31T01:42:47.514" v="298" actId="26606"/>
          <ac:spMkLst>
            <pc:docMk/>
            <pc:sldMk cId="3865338691" sldId="267"/>
            <ac:spMk id="15" creationId="{57C3041F-18C8-4A3F-BB74-556AD2101858}"/>
          </ac:spMkLst>
        </pc:spChg>
        <pc:spChg chg="add del">
          <ac:chgData name="Chris Woodruff" userId="2dbf025665e4d94d" providerId="LiveId" clId="{B7954D88-423A-B749-AD39-9B4A89F4C93C}" dt="2024-07-31T01:42:47.514" v="298" actId="26606"/>
          <ac:spMkLst>
            <pc:docMk/>
            <pc:sldMk cId="3865338691" sldId="267"/>
            <ac:spMk id="17" creationId="{72B28B90-B579-47ED-A625-BAD03AE6C0E5}"/>
          </ac:spMkLst>
        </pc:spChg>
        <pc:spChg chg="add del">
          <ac:chgData name="Chris Woodruff" userId="2dbf025665e4d94d" providerId="LiveId" clId="{B7954D88-423A-B749-AD39-9B4A89F4C93C}" dt="2024-07-31T01:42:45.334" v="296" actId="26606"/>
          <ac:spMkLst>
            <pc:docMk/>
            <pc:sldMk cId="3865338691" sldId="267"/>
            <ac:spMk id="26" creationId="{F69F96FE-C3F5-4F02-8428-78ADCB975ED9}"/>
          </ac:spMkLst>
        </pc:spChg>
        <pc:spChg chg="add del">
          <ac:chgData name="Chris Woodruff" userId="2dbf025665e4d94d" providerId="LiveId" clId="{B7954D88-423A-B749-AD39-9B4A89F4C93C}" dt="2024-07-31T01:42:45.334" v="296" actId="26606"/>
          <ac:spMkLst>
            <pc:docMk/>
            <pc:sldMk cId="3865338691" sldId="267"/>
            <ac:spMk id="28" creationId="{F80C6B76-4D7E-4FE2-84E4-C4734B2B49EE}"/>
          </ac:spMkLst>
        </pc:spChg>
        <pc:spChg chg="add del">
          <ac:chgData name="Chris Woodruff" userId="2dbf025665e4d94d" providerId="LiveId" clId="{B7954D88-423A-B749-AD39-9B4A89F4C93C}" dt="2024-07-31T01:42:47.514" v="298" actId="26606"/>
          <ac:spMkLst>
            <pc:docMk/>
            <pc:sldMk cId="3865338691" sldId="267"/>
            <ac:spMk id="33" creationId="{51C0BCA8-B9D5-4F84-B063-ABE683EE04E1}"/>
          </ac:spMkLst>
        </pc:spChg>
        <pc:spChg chg="add del">
          <ac:chgData name="Chris Woodruff" userId="2dbf025665e4d94d" providerId="LiveId" clId="{B7954D88-423A-B749-AD39-9B4A89F4C93C}" dt="2024-07-31T01:42:47.514" v="298" actId="26606"/>
          <ac:spMkLst>
            <pc:docMk/>
            <pc:sldMk cId="3865338691" sldId="267"/>
            <ac:spMk id="34" creationId="{3148D7B7-CAFA-4089-A365-6371A76FE4A6}"/>
          </ac:spMkLst>
        </pc:spChg>
        <pc:picChg chg="add mod">
          <ac:chgData name="Chris Woodruff" userId="2dbf025665e4d94d" providerId="LiveId" clId="{B7954D88-423A-B749-AD39-9B4A89F4C93C}" dt="2024-07-31T01:42:47.514" v="298" actId="26606"/>
          <ac:picMkLst>
            <pc:docMk/>
            <pc:sldMk cId="3865338691" sldId="267"/>
            <ac:picMk id="7" creationId="{70B22375-C7B5-73F7-D6B2-E9E68A783AF2}"/>
          </ac:picMkLst>
        </pc:picChg>
        <pc:cxnChg chg="add del">
          <ac:chgData name="Chris Woodruff" userId="2dbf025665e4d94d" providerId="LiveId" clId="{B7954D88-423A-B749-AD39-9B4A89F4C93C}" dt="2024-07-31T01:42:47.514" v="298" actId="26606"/>
          <ac:cxnSpMkLst>
            <pc:docMk/>
            <pc:sldMk cId="3865338691" sldId="267"/>
            <ac:cxnSpMk id="11" creationId="{EAD4CCDA-06BF-4D2A-B44F-195AEC0B5B22}"/>
          </ac:cxnSpMkLst>
        </pc:cxnChg>
        <pc:cxnChg chg="add del">
          <ac:chgData name="Chris Woodruff" userId="2dbf025665e4d94d" providerId="LiveId" clId="{B7954D88-423A-B749-AD39-9B4A89F4C93C}" dt="2024-07-31T01:42:47.514" v="298" actId="26606"/>
          <ac:cxnSpMkLst>
            <pc:docMk/>
            <pc:sldMk cId="3865338691" sldId="267"/>
            <ac:cxnSpMk id="19" creationId="{16BEECB0-0766-4C59-B86E-5D26B7D8EF4D}"/>
          </ac:cxnSpMkLst>
        </pc:cxnChg>
        <pc:cxnChg chg="add del">
          <ac:chgData name="Chris Woodruff" userId="2dbf025665e4d94d" providerId="LiveId" clId="{B7954D88-423A-B749-AD39-9B4A89F4C93C}" dt="2024-07-31T01:42:45.334" v="296" actId="26606"/>
          <ac:cxnSpMkLst>
            <pc:docMk/>
            <pc:sldMk cId="3865338691" sldId="267"/>
            <ac:cxnSpMk id="24" creationId="{EAD4CCDA-06BF-4D2A-B44F-195AEC0B5B22}"/>
          </ac:cxnSpMkLst>
        </pc:cxnChg>
        <pc:cxnChg chg="add del">
          <ac:chgData name="Chris Woodruff" userId="2dbf025665e4d94d" providerId="LiveId" clId="{B7954D88-423A-B749-AD39-9B4A89F4C93C}" dt="2024-07-31T01:42:45.334" v="296" actId="26606"/>
          <ac:cxnSpMkLst>
            <pc:docMk/>
            <pc:sldMk cId="3865338691" sldId="267"/>
            <ac:cxnSpMk id="30" creationId="{16BEECB0-0766-4C59-B86E-5D26B7D8EF4D}"/>
          </ac:cxnSpMkLst>
        </pc:cxnChg>
        <pc:cxnChg chg="add del">
          <ac:chgData name="Chris Woodruff" userId="2dbf025665e4d94d" providerId="LiveId" clId="{B7954D88-423A-B749-AD39-9B4A89F4C93C}" dt="2024-07-31T01:42:47.514" v="298" actId="26606"/>
          <ac:cxnSpMkLst>
            <pc:docMk/>
            <pc:sldMk cId="3865338691" sldId="267"/>
            <ac:cxnSpMk id="32" creationId="{EAD4CCDA-06BF-4D2A-B44F-195AEC0B5B22}"/>
          </ac:cxnSpMkLst>
        </pc:cxnChg>
        <pc:cxnChg chg="add del">
          <ac:chgData name="Chris Woodruff" userId="2dbf025665e4d94d" providerId="LiveId" clId="{B7954D88-423A-B749-AD39-9B4A89F4C93C}" dt="2024-07-31T01:42:47.514" v="298" actId="26606"/>
          <ac:cxnSpMkLst>
            <pc:docMk/>
            <pc:sldMk cId="3865338691" sldId="267"/>
            <ac:cxnSpMk id="35" creationId="{7476E355-DC49-4AFB-88DE-62B854B9B315}"/>
          </ac:cxnSpMkLst>
        </pc:cxnChg>
      </pc:sldChg>
      <pc:sldChg chg="addSp delSp modSp new mod modClrScheme chgLayout">
        <pc:chgData name="Chris Woodruff" userId="2dbf025665e4d94d" providerId="LiveId" clId="{B7954D88-423A-B749-AD39-9B4A89F4C93C}" dt="2024-08-02T11:05:39.374" v="1312" actId="14100"/>
        <pc:sldMkLst>
          <pc:docMk/>
          <pc:sldMk cId="2766099432" sldId="268"/>
        </pc:sldMkLst>
        <pc:spChg chg="mod ord">
          <ac:chgData name="Chris Woodruff" userId="2dbf025665e4d94d" providerId="LiveId" clId="{B7954D88-423A-B749-AD39-9B4A89F4C93C}" dt="2024-08-02T11:05:16.812" v="1309" actId="700"/>
          <ac:spMkLst>
            <pc:docMk/>
            <pc:sldMk cId="2766099432" sldId="268"/>
            <ac:spMk id="2" creationId="{1B93AAA0-0133-F19B-4C37-CEBE5E8CCD59}"/>
          </ac:spMkLst>
        </pc:spChg>
        <pc:spChg chg="del mod ord">
          <ac:chgData name="Chris Woodruff" userId="2dbf025665e4d94d" providerId="LiveId" clId="{B7954D88-423A-B749-AD39-9B4A89F4C93C}" dt="2024-08-01T01:12:20.937" v="623" actId="700"/>
          <ac:spMkLst>
            <pc:docMk/>
            <pc:sldMk cId="2766099432" sldId="268"/>
            <ac:spMk id="3" creationId="{4743DF29-42EF-93BB-CBC6-C179237EFB61}"/>
          </ac:spMkLst>
        </pc:spChg>
        <pc:spChg chg="add del mod ord">
          <ac:chgData name="Chris Woodruff" userId="2dbf025665e4d94d" providerId="LiveId" clId="{B7954D88-423A-B749-AD39-9B4A89F4C93C}" dt="2024-08-01T01:12:38.007" v="625" actId="478"/>
          <ac:spMkLst>
            <pc:docMk/>
            <pc:sldMk cId="2766099432" sldId="268"/>
            <ac:spMk id="4" creationId="{AF5C4E12-D7A8-5CDE-5E54-AE73F6D30A2E}"/>
          </ac:spMkLst>
        </pc:spChg>
        <pc:spChg chg="add del mod ord">
          <ac:chgData name="Chris Woodruff" userId="2dbf025665e4d94d" providerId="LiveId" clId="{B7954D88-423A-B749-AD39-9B4A89F4C93C}" dt="2024-08-02T11:05:16.812" v="1309" actId="700"/>
          <ac:spMkLst>
            <pc:docMk/>
            <pc:sldMk cId="2766099432" sldId="268"/>
            <ac:spMk id="5" creationId="{2269BD6A-67BA-22EC-C57B-65DAFF0CE6D7}"/>
          </ac:spMkLst>
        </pc:spChg>
        <pc:spChg chg="add mod">
          <ac:chgData name="Chris Woodruff" userId="2dbf025665e4d94d" providerId="LiveId" clId="{B7954D88-423A-B749-AD39-9B4A89F4C93C}" dt="2024-08-02T11:05:39.374" v="1312" actId="14100"/>
          <ac:spMkLst>
            <pc:docMk/>
            <pc:sldMk cId="2766099432" sldId="268"/>
            <ac:spMk id="7" creationId="{4C51A383-50B2-8EF8-2FA0-0CC3F18D1FDB}"/>
          </ac:spMkLst>
        </pc:spChg>
      </pc:sldChg>
      <pc:sldChg chg="addSp delSp modSp new mod modClrScheme chgLayout">
        <pc:chgData name="Chris Woodruff" userId="2dbf025665e4d94d" providerId="LiveId" clId="{B7954D88-423A-B749-AD39-9B4A89F4C93C}" dt="2024-08-01T01:19:39.894" v="654" actId="20577"/>
        <pc:sldMkLst>
          <pc:docMk/>
          <pc:sldMk cId="394306760" sldId="269"/>
        </pc:sldMkLst>
        <pc:spChg chg="mod ord">
          <ac:chgData name="Chris Woodruff" userId="2dbf025665e4d94d" providerId="LiveId" clId="{B7954D88-423A-B749-AD39-9B4A89F4C93C}" dt="2024-08-01T01:19:22.182" v="650" actId="14100"/>
          <ac:spMkLst>
            <pc:docMk/>
            <pc:sldMk cId="394306760" sldId="269"/>
            <ac:spMk id="2" creationId="{E6873463-9E56-051F-28A8-137A54C110A2}"/>
          </ac:spMkLst>
        </pc:spChg>
        <pc:spChg chg="del mod ord">
          <ac:chgData name="Chris Woodruff" userId="2dbf025665e4d94d" providerId="LiveId" clId="{B7954D88-423A-B749-AD39-9B4A89F4C93C}" dt="2024-08-01T01:19:17.088" v="649" actId="700"/>
          <ac:spMkLst>
            <pc:docMk/>
            <pc:sldMk cId="394306760" sldId="269"/>
            <ac:spMk id="3" creationId="{AC0D33FC-8469-A51C-24D1-BEC7D9B74E4B}"/>
          </ac:spMkLst>
        </pc:spChg>
        <pc:spChg chg="add mod ord">
          <ac:chgData name="Chris Woodruff" userId="2dbf025665e4d94d" providerId="LiveId" clId="{B7954D88-423A-B749-AD39-9B4A89F4C93C}" dt="2024-08-01T01:19:39.894" v="654" actId="20577"/>
          <ac:spMkLst>
            <pc:docMk/>
            <pc:sldMk cId="394306760" sldId="269"/>
            <ac:spMk id="4" creationId="{5281BEB1-F624-2E46-FEA1-CFE371E4E1B6}"/>
          </ac:spMkLst>
        </pc:spChg>
        <pc:spChg chg="add mod ord">
          <ac:chgData name="Chris Woodruff" userId="2dbf025665e4d94d" providerId="LiveId" clId="{B7954D88-423A-B749-AD39-9B4A89F4C93C}" dt="2024-08-01T01:19:24.469" v="651"/>
          <ac:spMkLst>
            <pc:docMk/>
            <pc:sldMk cId="394306760" sldId="269"/>
            <ac:spMk id="5" creationId="{2227B2B5-3398-D1E6-3C20-BBDAADC69263}"/>
          </ac:spMkLst>
        </pc:spChg>
      </pc:sldChg>
      <pc:sldChg chg="addSp delSp modSp new mod modClrScheme chgLayout">
        <pc:chgData name="Chris Woodruff" userId="2dbf025665e4d94d" providerId="LiveId" clId="{B7954D88-423A-B749-AD39-9B4A89F4C93C}" dt="2024-08-01T01:22:38.144" v="671" actId="14100"/>
        <pc:sldMkLst>
          <pc:docMk/>
          <pc:sldMk cId="2566211251" sldId="270"/>
        </pc:sldMkLst>
        <pc:spChg chg="mod ord">
          <ac:chgData name="Chris Woodruff" userId="2dbf025665e4d94d" providerId="LiveId" clId="{B7954D88-423A-B749-AD39-9B4A89F4C93C}" dt="2024-08-01T01:22:38.144" v="671" actId="14100"/>
          <ac:spMkLst>
            <pc:docMk/>
            <pc:sldMk cId="2566211251" sldId="270"/>
            <ac:spMk id="2" creationId="{CA9DC37A-0B45-D184-FEA1-405A1FD7980B}"/>
          </ac:spMkLst>
        </pc:spChg>
        <pc:spChg chg="del mod ord">
          <ac:chgData name="Chris Woodruff" userId="2dbf025665e4d94d" providerId="LiveId" clId="{B7954D88-423A-B749-AD39-9B4A89F4C93C}" dt="2024-08-01T01:20:50.164" v="660" actId="700"/>
          <ac:spMkLst>
            <pc:docMk/>
            <pc:sldMk cId="2566211251" sldId="270"/>
            <ac:spMk id="3" creationId="{DF9C36A6-5964-32E3-9EF1-AF92BD2561C8}"/>
          </ac:spMkLst>
        </pc:spChg>
        <pc:spChg chg="add mod ord">
          <ac:chgData name="Chris Woodruff" userId="2dbf025665e4d94d" providerId="LiveId" clId="{B7954D88-423A-B749-AD39-9B4A89F4C93C}" dt="2024-08-01T01:21:30.815" v="668" actId="20577"/>
          <ac:spMkLst>
            <pc:docMk/>
            <pc:sldMk cId="2566211251" sldId="270"/>
            <ac:spMk id="4" creationId="{A136CE0B-1053-B7F7-CABD-C0AD699615CC}"/>
          </ac:spMkLst>
        </pc:spChg>
        <pc:spChg chg="add mod ord">
          <ac:chgData name="Chris Woodruff" userId="2dbf025665e4d94d" providerId="LiveId" clId="{B7954D88-423A-B749-AD39-9B4A89F4C93C}" dt="2024-08-01T01:20:51.823" v="661"/>
          <ac:spMkLst>
            <pc:docMk/>
            <pc:sldMk cId="2566211251" sldId="270"/>
            <ac:spMk id="5" creationId="{76F7A1CD-1EB0-94EE-4171-7D1929D948ED}"/>
          </ac:spMkLst>
        </pc:spChg>
      </pc:sldChg>
      <pc:sldChg chg="addSp delSp modSp new mod ord modAnim">
        <pc:chgData name="Chris Woodruff" userId="2dbf025665e4d94d" providerId="LiveId" clId="{B7954D88-423A-B749-AD39-9B4A89F4C93C}" dt="2024-08-01T11:14:28.016" v="772" actId="21"/>
        <pc:sldMkLst>
          <pc:docMk/>
          <pc:sldMk cId="3203480573" sldId="271"/>
        </pc:sldMkLst>
        <pc:spChg chg="mod">
          <ac:chgData name="Chris Woodruff" userId="2dbf025665e4d94d" providerId="LiveId" clId="{B7954D88-423A-B749-AD39-9B4A89F4C93C}" dt="2024-07-31T01:27:09.594" v="212"/>
          <ac:spMkLst>
            <pc:docMk/>
            <pc:sldMk cId="3203480573" sldId="271"/>
            <ac:spMk id="2" creationId="{ED4795A6-3300-6805-B5D8-F551C31A1E85}"/>
          </ac:spMkLst>
        </pc:spChg>
        <pc:spChg chg="del">
          <ac:chgData name="Chris Woodruff" userId="2dbf025665e4d94d" providerId="LiveId" clId="{B7954D88-423A-B749-AD39-9B4A89F4C93C}" dt="2024-08-01T10:52:44.418" v="690" actId="478"/>
          <ac:spMkLst>
            <pc:docMk/>
            <pc:sldMk cId="3203480573" sldId="271"/>
            <ac:spMk id="3" creationId="{1D7BA3FE-BEBC-F720-C213-B30C636D9552}"/>
          </ac:spMkLst>
        </pc:spChg>
        <pc:picChg chg="add mod">
          <ac:chgData name="Chris Woodruff" userId="2dbf025665e4d94d" providerId="LiveId" clId="{B7954D88-423A-B749-AD39-9B4A89F4C93C}" dt="2024-08-01T11:03:43.262" v="731" actId="1076"/>
          <ac:picMkLst>
            <pc:docMk/>
            <pc:sldMk cId="3203480573" sldId="271"/>
            <ac:picMk id="3074" creationId="{109581A7-B981-90EE-2B3A-6C5A2017BD08}"/>
          </ac:picMkLst>
        </pc:picChg>
        <pc:picChg chg="add mod">
          <ac:chgData name="Chris Woodruff" userId="2dbf025665e4d94d" providerId="LiveId" clId="{B7954D88-423A-B749-AD39-9B4A89F4C93C}" dt="2024-08-01T10:55:01.084" v="699" actId="1076"/>
          <ac:picMkLst>
            <pc:docMk/>
            <pc:sldMk cId="3203480573" sldId="271"/>
            <ac:picMk id="3076" creationId="{6FF09A91-1CFC-5744-1EAA-D957B3A70C9A}"/>
          </ac:picMkLst>
        </pc:picChg>
        <pc:picChg chg="add mod">
          <ac:chgData name="Chris Woodruff" userId="2dbf025665e4d94d" providerId="LiveId" clId="{B7954D88-423A-B749-AD39-9B4A89F4C93C}" dt="2024-08-01T10:56:39.600" v="704" actId="14100"/>
          <ac:picMkLst>
            <pc:docMk/>
            <pc:sldMk cId="3203480573" sldId="271"/>
            <ac:picMk id="3078" creationId="{9BAA350C-4558-0EA8-D42D-31EFCCECEBA1}"/>
          </ac:picMkLst>
        </pc:picChg>
        <pc:picChg chg="add mod">
          <ac:chgData name="Chris Woodruff" userId="2dbf025665e4d94d" providerId="LiveId" clId="{B7954D88-423A-B749-AD39-9B4A89F4C93C}" dt="2024-08-01T10:57:50.113" v="710" actId="1076"/>
          <ac:picMkLst>
            <pc:docMk/>
            <pc:sldMk cId="3203480573" sldId="271"/>
            <ac:picMk id="3080" creationId="{7A50FFCA-DA97-1E37-E0C9-71F0E1D614FB}"/>
          </ac:picMkLst>
        </pc:picChg>
        <pc:picChg chg="add mod">
          <ac:chgData name="Chris Woodruff" userId="2dbf025665e4d94d" providerId="LiveId" clId="{B7954D88-423A-B749-AD39-9B4A89F4C93C}" dt="2024-08-01T10:59:03.450" v="715" actId="1076"/>
          <ac:picMkLst>
            <pc:docMk/>
            <pc:sldMk cId="3203480573" sldId="271"/>
            <ac:picMk id="3082" creationId="{029637D5-E8C8-2F90-F66B-9570EE6CC5E8}"/>
          </ac:picMkLst>
        </pc:picChg>
        <pc:picChg chg="add mod">
          <ac:chgData name="Chris Woodruff" userId="2dbf025665e4d94d" providerId="LiveId" clId="{B7954D88-423A-B749-AD39-9B4A89F4C93C}" dt="2024-08-01T11:00:52.983" v="720" actId="1076"/>
          <ac:picMkLst>
            <pc:docMk/>
            <pc:sldMk cId="3203480573" sldId="271"/>
            <ac:picMk id="3084" creationId="{CEE27628-31B9-43F2-3092-5D3ED58CE201}"/>
          </ac:picMkLst>
        </pc:picChg>
        <pc:picChg chg="add mod">
          <ac:chgData name="Chris Woodruff" userId="2dbf025665e4d94d" providerId="LiveId" clId="{B7954D88-423A-B749-AD39-9B4A89F4C93C}" dt="2024-08-01T11:02:24.101" v="724" actId="1076"/>
          <ac:picMkLst>
            <pc:docMk/>
            <pc:sldMk cId="3203480573" sldId="271"/>
            <ac:picMk id="3086" creationId="{AB726624-73EB-E03E-0E11-135AA8FCED37}"/>
          </ac:picMkLst>
        </pc:picChg>
        <pc:picChg chg="add mod">
          <ac:chgData name="Chris Woodruff" userId="2dbf025665e4d94d" providerId="LiveId" clId="{B7954D88-423A-B749-AD39-9B4A89F4C93C}" dt="2024-08-01T11:04:34.425" v="737" actId="1076"/>
          <ac:picMkLst>
            <pc:docMk/>
            <pc:sldMk cId="3203480573" sldId="271"/>
            <ac:picMk id="3088" creationId="{B64FF645-9FA7-16E0-CD64-F97A06A8D1D2}"/>
          </ac:picMkLst>
        </pc:picChg>
        <pc:picChg chg="add">
          <ac:chgData name="Chris Woodruff" userId="2dbf025665e4d94d" providerId="LiveId" clId="{B7954D88-423A-B749-AD39-9B4A89F4C93C}" dt="2024-08-01T11:06:08.649" v="739"/>
          <ac:picMkLst>
            <pc:docMk/>
            <pc:sldMk cId="3203480573" sldId="271"/>
            <ac:picMk id="3090" creationId="{AA685997-4788-7C71-14AF-B3F00A329102}"/>
          </ac:picMkLst>
        </pc:picChg>
        <pc:picChg chg="add">
          <ac:chgData name="Chris Woodruff" userId="2dbf025665e4d94d" providerId="LiveId" clId="{B7954D88-423A-B749-AD39-9B4A89F4C93C}" dt="2024-08-01T11:06:24.169" v="740"/>
          <ac:picMkLst>
            <pc:docMk/>
            <pc:sldMk cId="3203480573" sldId="271"/>
            <ac:picMk id="3092" creationId="{3A164BDD-A551-54BC-C0E9-C3F647DE173D}"/>
          </ac:picMkLst>
        </pc:picChg>
        <pc:picChg chg="add mod">
          <ac:chgData name="Chris Woodruff" userId="2dbf025665e4d94d" providerId="LiveId" clId="{B7954D88-423A-B749-AD39-9B4A89F4C93C}" dt="2024-08-01T11:07:05.892" v="748" actId="1076"/>
          <ac:picMkLst>
            <pc:docMk/>
            <pc:sldMk cId="3203480573" sldId="271"/>
            <ac:picMk id="3094" creationId="{E148BD70-D8CC-7D76-7C22-39A3AF3F2E25}"/>
          </ac:picMkLst>
        </pc:picChg>
        <pc:picChg chg="add del mod">
          <ac:chgData name="Chris Woodruff" userId="2dbf025665e4d94d" providerId="LiveId" clId="{B7954D88-423A-B749-AD39-9B4A89F4C93C}" dt="2024-08-01T11:09:36.025" v="757" actId="478"/>
          <ac:picMkLst>
            <pc:docMk/>
            <pc:sldMk cId="3203480573" sldId="271"/>
            <ac:picMk id="3096" creationId="{C2C73D13-C66B-3F51-0395-77E8BCFC4556}"/>
          </ac:picMkLst>
        </pc:picChg>
        <pc:picChg chg="add">
          <ac:chgData name="Chris Woodruff" userId="2dbf025665e4d94d" providerId="LiveId" clId="{B7954D88-423A-B749-AD39-9B4A89F4C93C}" dt="2024-08-01T11:10:10.214" v="758"/>
          <ac:picMkLst>
            <pc:docMk/>
            <pc:sldMk cId="3203480573" sldId="271"/>
            <ac:picMk id="3098" creationId="{D3A8D02B-0426-525D-241C-05EAE0446F74}"/>
          </ac:picMkLst>
        </pc:picChg>
        <pc:picChg chg="add mod">
          <ac:chgData name="Chris Woodruff" userId="2dbf025665e4d94d" providerId="LiveId" clId="{B7954D88-423A-B749-AD39-9B4A89F4C93C}" dt="2024-08-01T11:11:05.839" v="763" actId="1076"/>
          <ac:picMkLst>
            <pc:docMk/>
            <pc:sldMk cId="3203480573" sldId="271"/>
            <ac:picMk id="3100" creationId="{00251BA7-808B-DA61-2FC7-A7D60F7F2F9E}"/>
          </ac:picMkLst>
        </pc:picChg>
        <pc:picChg chg="add del mod">
          <ac:chgData name="Chris Woodruff" userId="2dbf025665e4d94d" providerId="LiveId" clId="{B7954D88-423A-B749-AD39-9B4A89F4C93C}" dt="2024-08-01T11:14:28.016" v="772" actId="21"/>
          <ac:picMkLst>
            <pc:docMk/>
            <pc:sldMk cId="3203480573" sldId="271"/>
            <ac:picMk id="3102" creationId="{DBBA9AC5-5D0D-A100-C9A8-ADECD1E15423}"/>
          </ac:picMkLst>
        </pc:picChg>
      </pc:sldChg>
      <pc:sldChg chg="addSp delSp modSp new mod setBg modClrScheme delDesignElem chgLayout">
        <pc:chgData name="Chris Woodruff" userId="2dbf025665e4d94d" providerId="LiveId" clId="{B7954D88-423A-B749-AD39-9B4A89F4C93C}" dt="2024-07-31T01:41:56.910" v="286" actId="700"/>
        <pc:sldMkLst>
          <pc:docMk/>
          <pc:sldMk cId="1155641192" sldId="272"/>
        </pc:sldMkLst>
        <pc:spChg chg="del mod ord">
          <ac:chgData name="Chris Woodruff" userId="2dbf025665e4d94d" providerId="LiveId" clId="{B7954D88-423A-B749-AD39-9B4A89F4C93C}" dt="2024-07-31T01:23:16.660" v="168" actId="700"/>
          <ac:spMkLst>
            <pc:docMk/>
            <pc:sldMk cId="1155641192" sldId="272"/>
            <ac:spMk id="2" creationId="{A6AA8FFF-BDA2-AED6-A6C9-01CCEC0F202B}"/>
          </ac:spMkLst>
        </pc:spChg>
        <pc:spChg chg="del mod ord">
          <ac:chgData name="Chris Woodruff" userId="2dbf025665e4d94d" providerId="LiveId" clId="{B7954D88-423A-B749-AD39-9B4A89F4C93C}" dt="2024-07-31T01:23:16.660" v="168" actId="700"/>
          <ac:spMkLst>
            <pc:docMk/>
            <pc:sldMk cId="1155641192" sldId="272"/>
            <ac:spMk id="3" creationId="{600DBEBA-8439-23DE-863D-DC697D755B8E}"/>
          </ac:spMkLst>
        </pc:spChg>
        <pc:spChg chg="add mod ord">
          <ac:chgData name="Chris Woodruff" userId="2dbf025665e4d94d" providerId="LiveId" clId="{B7954D88-423A-B749-AD39-9B4A89F4C93C}" dt="2024-07-31T01:41:56.910" v="286" actId="700"/>
          <ac:spMkLst>
            <pc:docMk/>
            <pc:sldMk cId="1155641192" sldId="272"/>
            <ac:spMk id="4" creationId="{A5B330B6-8E19-1190-6886-9CDE466C58CA}"/>
          </ac:spMkLst>
        </pc:spChg>
        <pc:spChg chg="add mod ord">
          <ac:chgData name="Chris Woodruff" userId="2dbf025665e4d94d" providerId="LiveId" clId="{B7954D88-423A-B749-AD39-9B4A89F4C93C}" dt="2024-07-31T01:41:56.910" v="286" actId="700"/>
          <ac:spMkLst>
            <pc:docMk/>
            <pc:sldMk cId="1155641192" sldId="272"/>
            <ac:spMk id="5" creationId="{73B7094D-8036-D715-4739-B1ED95A27385}"/>
          </ac:spMkLst>
        </pc:spChg>
        <pc:spChg chg="add del">
          <ac:chgData name="Chris Woodruff" userId="2dbf025665e4d94d" providerId="LiveId" clId="{B7954D88-423A-B749-AD39-9B4A89F4C93C}" dt="2024-07-31T01:40:37.646" v="270" actId="26606"/>
          <ac:spMkLst>
            <pc:docMk/>
            <pc:sldMk cId="1155641192" sldId="272"/>
            <ac:spMk id="13" creationId="{3CECA2BE-0443-493F-9413-FC132026C29F}"/>
          </ac:spMkLst>
        </pc:spChg>
        <pc:spChg chg="add del">
          <ac:chgData name="Chris Woodruff" userId="2dbf025665e4d94d" providerId="LiveId" clId="{B7954D88-423A-B749-AD39-9B4A89F4C93C}" dt="2024-07-31T01:40:37.646" v="270" actId="26606"/>
          <ac:spMkLst>
            <pc:docMk/>
            <pc:sldMk cId="1155641192" sldId="272"/>
            <ac:spMk id="15" creationId="{57C3041F-18C8-4A3F-BB74-556AD2101858}"/>
          </ac:spMkLst>
        </pc:spChg>
        <pc:spChg chg="add del">
          <ac:chgData name="Chris Woodruff" userId="2dbf025665e4d94d" providerId="LiveId" clId="{B7954D88-423A-B749-AD39-9B4A89F4C93C}" dt="2024-07-31T01:40:37.646" v="270" actId="26606"/>
          <ac:spMkLst>
            <pc:docMk/>
            <pc:sldMk cId="1155641192" sldId="272"/>
            <ac:spMk id="17" creationId="{72B28B90-B579-47ED-A625-BAD03AE6C0E5}"/>
          </ac:spMkLst>
        </pc:spChg>
        <pc:spChg chg="add del">
          <ac:chgData name="Chris Woodruff" userId="2dbf025665e4d94d" providerId="LiveId" clId="{B7954D88-423A-B749-AD39-9B4A89F4C93C}" dt="2024-07-31T01:40:44.299" v="272" actId="26606"/>
          <ac:spMkLst>
            <pc:docMk/>
            <pc:sldMk cId="1155641192" sldId="272"/>
            <ac:spMk id="22" creationId="{F69F96FE-C3F5-4F02-8428-78ADCB975ED9}"/>
          </ac:spMkLst>
        </pc:spChg>
        <pc:spChg chg="add del">
          <ac:chgData name="Chris Woodruff" userId="2dbf025665e4d94d" providerId="LiveId" clId="{B7954D88-423A-B749-AD39-9B4A89F4C93C}" dt="2024-07-31T01:40:44.299" v="272" actId="26606"/>
          <ac:spMkLst>
            <pc:docMk/>
            <pc:sldMk cId="1155641192" sldId="272"/>
            <ac:spMk id="24" creationId="{F80C6B76-4D7E-4FE2-84E4-C4734B2B49EE}"/>
          </ac:spMkLst>
        </pc:spChg>
        <pc:spChg chg="add del">
          <ac:chgData name="Chris Woodruff" userId="2dbf025665e4d94d" providerId="LiveId" clId="{B7954D88-423A-B749-AD39-9B4A89F4C93C}" dt="2024-07-31T01:40:48.928" v="274" actId="26606"/>
          <ac:spMkLst>
            <pc:docMk/>
            <pc:sldMk cId="1155641192" sldId="272"/>
            <ac:spMk id="28" creationId="{FF4F1B1F-38C9-4BA3-8793-E2B6FC978C0A}"/>
          </ac:spMkLst>
        </pc:spChg>
        <pc:spChg chg="add del">
          <ac:chgData name="Chris Woodruff" userId="2dbf025665e4d94d" providerId="LiveId" clId="{B7954D88-423A-B749-AD39-9B4A89F4C93C}" dt="2024-07-31T01:40:48.928" v="274" actId="26606"/>
          <ac:spMkLst>
            <pc:docMk/>
            <pc:sldMk cId="1155641192" sldId="272"/>
            <ac:spMk id="30" creationId="{40A82C2B-B640-4B39-A4B8-3189B458AC0D}"/>
          </ac:spMkLst>
        </pc:spChg>
        <pc:spChg chg="add del">
          <ac:chgData name="Chris Woodruff" userId="2dbf025665e4d94d" providerId="LiveId" clId="{B7954D88-423A-B749-AD39-9B4A89F4C93C}" dt="2024-07-31T01:41:56.910" v="286" actId="700"/>
          <ac:spMkLst>
            <pc:docMk/>
            <pc:sldMk cId="1155641192" sldId="272"/>
            <ac:spMk id="34" creationId="{3CECA2BE-0443-493F-9413-FC132026C29F}"/>
          </ac:spMkLst>
        </pc:spChg>
        <pc:spChg chg="add del">
          <ac:chgData name="Chris Woodruff" userId="2dbf025665e4d94d" providerId="LiveId" clId="{B7954D88-423A-B749-AD39-9B4A89F4C93C}" dt="2024-07-31T01:41:56.910" v="286" actId="700"/>
          <ac:spMkLst>
            <pc:docMk/>
            <pc:sldMk cId="1155641192" sldId="272"/>
            <ac:spMk id="36" creationId="{57C3041F-18C8-4A3F-BB74-556AD2101858}"/>
          </ac:spMkLst>
        </pc:spChg>
        <pc:spChg chg="add del">
          <ac:chgData name="Chris Woodruff" userId="2dbf025665e4d94d" providerId="LiveId" clId="{B7954D88-423A-B749-AD39-9B4A89F4C93C}" dt="2024-07-31T01:41:56.910" v="286" actId="700"/>
          <ac:spMkLst>
            <pc:docMk/>
            <pc:sldMk cId="1155641192" sldId="272"/>
            <ac:spMk id="37" creationId="{72B28B90-B579-47ED-A625-BAD03AE6C0E5}"/>
          </ac:spMkLst>
        </pc:spChg>
        <pc:picChg chg="add del">
          <ac:chgData name="Chris Woodruff" userId="2dbf025665e4d94d" providerId="LiveId" clId="{B7954D88-423A-B749-AD39-9B4A89F4C93C}" dt="2024-07-31T01:40:37.646" v="270" actId="26606"/>
          <ac:picMkLst>
            <pc:docMk/>
            <pc:sldMk cId="1155641192" sldId="272"/>
            <ac:picMk id="7" creationId="{04CBDB8B-F461-3FC8-C7C2-DC53D6DC96A1}"/>
          </ac:picMkLst>
        </pc:picChg>
        <pc:picChg chg="add del">
          <ac:chgData name="Chris Woodruff" userId="2dbf025665e4d94d" providerId="LiveId" clId="{B7954D88-423A-B749-AD39-9B4A89F4C93C}" dt="2024-07-31T01:40:44.299" v="272" actId="26606"/>
          <ac:picMkLst>
            <pc:docMk/>
            <pc:sldMk cId="1155641192" sldId="272"/>
            <ac:picMk id="23" creationId="{1A947AEA-151B-7960-E3EE-D94B1F4A43C9}"/>
          </ac:picMkLst>
        </pc:picChg>
        <pc:picChg chg="add del">
          <ac:chgData name="Chris Woodruff" userId="2dbf025665e4d94d" providerId="LiveId" clId="{B7954D88-423A-B749-AD39-9B4A89F4C93C}" dt="2024-07-31T01:40:48.928" v="274" actId="26606"/>
          <ac:picMkLst>
            <pc:docMk/>
            <pc:sldMk cId="1155641192" sldId="272"/>
            <ac:picMk id="29" creationId="{70DFFCD2-5D17-39A2-AA63-24C5847D6F2D}"/>
          </ac:picMkLst>
        </pc:picChg>
        <pc:picChg chg="add">
          <ac:chgData name="Chris Woodruff" userId="2dbf025665e4d94d" providerId="LiveId" clId="{B7954D88-423A-B749-AD39-9B4A89F4C93C}" dt="2024-07-31T01:40:48.978" v="275" actId="26606"/>
          <ac:picMkLst>
            <pc:docMk/>
            <pc:sldMk cId="1155641192" sldId="272"/>
            <ac:picMk id="35" creationId="{04CBDB8B-F461-3FC8-C7C2-DC53D6DC96A1}"/>
          </ac:picMkLst>
        </pc:picChg>
        <pc:cxnChg chg="add del">
          <ac:chgData name="Chris Woodruff" userId="2dbf025665e4d94d" providerId="LiveId" clId="{B7954D88-423A-B749-AD39-9B4A89F4C93C}" dt="2024-07-31T01:40:37.646" v="270" actId="26606"/>
          <ac:cxnSpMkLst>
            <pc:docMk/>
            <pc:sldMk cId="1155641192" sldId="272"/>
            <ac:cxnSpMk id="11" creationId="{EAD4CCDA-06BF-4D2A-B44F-195AEC0B5B22}"/>
          </ac:cxnSpMkLst>
        </pc:cxnChg>
        <pc:cxnChg chg="add del">
          <ac:chgData name="Chris Woodruff" userId="2dbf025665e4d94d" providerId="LiveId" clId="{B7954D88-423A-B749-AD39-9B4A89F4C93C}" dt="2024-07-31T01:40:37.646" v="270" actId="26606"/>
          <ac:cxnSpMkLst>
            <pc:docMk/>
            <pc:sldMk cId="1155641192" sldId="272"/>
            <ac:cxnSpMk id="19" creationId="{16BEECB0-0766-4C59-B86E-5D26B7D8EF4D}"/>
          </ac:cxnSpMkLst>
        </pc:cxnChg>
        <pc:cxnChg chg="add del">
          <ac:chgData name="Chris Woodruff" userId="2dbf025665e4d94d" providerId="LiveId" clId="{B7954D88-423A-B749-AD39-9B4A89F4C93C}" dt="2024-07-31T01:40:44.299" v="272" actId="26606"/>
          <ac:cxnSpMkLst>
            <pc:docMk/>
            <pc:sldMk cId="1155641192" sldId="272"/>
            <ac:cxnSpMk id="21" creationId="{EAD4CCDA-06BF-4D2A-B44F-195AEC0B5B22}"/>
          </ac:cxnSpMkLst>
        </pc:cxnChg>
        <pc:cxnChg chg="add del">
          <ac:chgData name="Chris Woodruff" userId="2dbf025665e4d94d" providerId="LiveId" clId="{B7954D88-423A-B749-AD39-9B4A89F4C93C}" dt="2024-07-31T01:40:44.299" v="272" actId="26606"/>
          <ac:cxnSpMkLst>
            <pc:docMk/>
            <pc:sldMk cId="1155641192" sldId="272"/>
            <ac:cxnSpMk id="25" creationId="{16BEECB0-0766-4C59-B86E-5D26B7D8EF4D}"/>
          </ac:cxnSpMkLst>
        </pc:cxnChg>
        <pc:cxnChg chg="add del">
          <ac:chgData name="Chris Woodruff" userId="2dbf025665e4d94d" providerId="LiveId" clId="{B7954D88-423A-B749-AD39-9B4A89F4C93C}" dt="2024-07-31T01:40:48.928" v="274" actId="26606"/>
          <ac:cxnSpMkLst>
            <pc:docMk/>
            <pc:sldMk cId="1155641192" sldId="272"/>
            <ac:cxnSpMk id="27" creationId="{EAD4CCDA-06BF-4D2A-B44F-195AEC0B5B22}"/>
          </ac:cxnSpMkLst>
        </pc:cxnChg>
        <pc:cxnChg chg="add del">
          <ac:chgData name="Chris Woodruff" userId="2dbf025665e4d94d" providerId="LiveId" clId="{B7954D88-423A-B749-AD39-9B4A89F4C93C}" dt="2024-07-31T01:40:48.928" v="274" actId="26606"/>
          <ac:cxnSpMkLst>
            <pc:docMk/>
            <pc:sldMk cId="1155641192" sldId="272"/>
            <ac:cxnSpMk id="31" creationId="{7091899A-6176-48DA-BF9E-4D278C5FBEFF}"/>
          </ac:cxnSpMkLst>
        </pc:cxnChg>
        <pc:cxnChg chg="add del">
          <ac:chgData name="Chris Woodruff" userId="2dbf025665e4d94d" providerId="LiveId" clId="{B7954D88-423A-B749-AD39-9B4A89F4C93C}" dt="2024-07-31T01:41:56.910" v="286" actId="700"/>
          <ac:cxnSpMkLst>
            <pc:docMk/>
            <pc:sldMk cId="1155641192" sldId="272"/>
            <ac:cxnSpMk id="33" creationId="{EAD4CCDA-06BF-4D2A-B44F-195AEC0B5B22}"/>
          </ac:cxnSpMkLst>
        </pc:cxnChg>
        <pc:cxnChg chg="add del">
          <ac:chgData name="Chris Woodruff" userId="2dbf025665e4d94d" providerId="LiveId" clId="{B7954D88-423A-B749-AD39-9B4A89F4C93C}" dt="2024-07-31T01:41:56.910" v="286" actId="700"/>
          <ac:cxnSpMkLst>
            <pc:docMk/>
            <pc:sldMk cId="1155641192" sldId="272"/>
            <ac:cxnSpMk id="38" creationId="{16BEECB0-0766-4C59-B86E-5D26B7D8EF4D}"/>
          </ac:cxnSpMkLst>
        </pc:cxnChg>
      </pc:sldChg>
      <pc:sldChg chg="addSp delSp modSp new mod modAnim modNotesTx">
        <pc:chgData name="Chris Woodruff" userId="2dbf025665e4d94d" providerId="LiveId" clId="{B7954D88-423A-B749-AD39-9B4A89F4C93C}" dt="2024-08-01T11:35:36.218" v="904"/>
        <pc:sldMkLst>
          <pc:docMk/>
          <pc:sldMk cId="3860424078" sldId="273"/>
        </pc:sldMkLst>
        <pc:spChg chg="mod">
          <ac:chgData name="Chris Woodruff" userId="2dbf025665e4d94d" providerId="LiveId" clId="{B7954D88-423A-B749-AD39-9B4A89F4C93C}" dt="2024-07-31T01:27:32.973" v="216" actId="20577"/>
          <ac:spMkLst>
            <pc:docMk/>
            <pc:sldMk cId="3860424078" sldId="273"/>
            <ac:spMk id="2" creationId="{361357E3-79E9-A035-6298-D6D3303CA030}"/>
          </ac:spMkLst>
        </pc:spChg>
        <pc:spChg chg="del">
          <ac:chgData name="Chris Woodruff" userId="2dbf025665e4d94d" providerId="LiveId" clId="{B7954D88-423A-B749-AD39-9B4A89F4C93C}" dt="2024-08-01T11:14:01.043" v="765" actId="478"/>
          <ac:spMkLst>
            <pc:docMk/>
            <pc:sldMk cId="3860424078" sldId="273"/>
            <ac:spMk id="3" creationId="{C76EB812-C991-A4F3-36AB-A11925F16679}"/>
          </ac:spMkLst>
        </pc:spChg>
        <pc:spChg chg="add del mod">
          <ac:chgData name="Chris Woodruff" userId="2dbf025665e4d94d" providerId="LiveId" clId="{B7954D88-423A-B749-AD39-9B4A89F4C93C}" dt="2024-08-01T11:22:28.619" v="796" actId="478"/>
          <ac:spMkLst>
            <pc:docMk/>
            <pc:sldMk cId="3860424078" sldId="273"/>
            <ac:spMk id="5" creationId="{10F57EBA-C0B7-21C1-DB56-9CD8A2797F49}"/>
          </ac:spMkLst>
        </pc:spChg>
        <pc:picChg chg="add mod">
          <ac:chgData name="Chris Woodruff" userId="2dbf025665e4d94d" providerId="LiveId" clId="{B7954D88-423A-B749-AD39-9B4A89F4C93C}" dt="2024-08-01T11:29:11.940" v="820" actId="1076"/>
          <ac:picMkLst>
            <pc:docMk/>
            <pc:sldMk cId="3860424078" sldId="273"/>
            <ac:picMk id="4" creationId="{B209A34F-AEB8-3283-FF71-2F3127348E95}"/>
          </ac:picMkLst>
        </pc:picChg>
        <pc:picChg chg="add mod">
          <ac:chgData name="Chris Woodruff" userId="2dbf025665e4d94d" providerId="LiveId" clId="{B7954D88-423A-B749-AD39-9B4A89F4C93C}" dt="2024-08-01T11:29:28.218" v="823" actId="1076"/>
          <ac:picMkLst>
            <pc:docMk/>
            <pc:sldMk cId="3860424078" sldId="273"/>
            <ac:picMk id="6" creationId="{ED026890-42F9-2A4A-10E7-13199386ACC4}"/>
          </ac:picMkLst>
        </pc:picChg>
        <pc:picChg chg="add mod">
          <ac:chgData name="Chris Woodruff" userId="2dbf025665e4d94d" providerId="LiveId" clId="{B7954D88-423A-B749-AD39-9B4A89F4C93C}" dt="2024-08-01T11:33:26.911" v="859" actId="1037"/>
          <ac:picMkLst>
            <pc:docMk/>
            <pc:sldMk cId="3860424078" sldId="273"/>
            <ac:picMk id="7" creationId="{50C57230-17D4-E59C-14E7-E8BE30A49DCF}"/>
          </ac:picMkLst>
        </pc:picChg>
        <pc:picChg chg="add mod">
          <ac:chgData name="Chris Woodruff" userId="2dbf025665e4d94d" providerId="LiveId" clId="{B7954D88-423A-B749-AD39-9B4A89F4C93C}" dt="2024-08-01T11:33:26.911" v="859" actId="1037"/>
          <ac:picMkLst>
            <pc:docMk/>
            <pc:sldMk cId="3860424078" sldId="273"/>
            <ac:picMk id="8" creationId="{41A9B8C9-922A-5A4D-E04E-8C7B8D093DFC}"/>
          </ac:picMkLst>
        </pc:picChg>
        <pc:picChg chg="add mod">
          <ac:chgData name="Chris Woodruff" userId="2dbf025665e4d94d" providerId="LiveId" clId="{B7954D88-423A-B749-AD39-9B4A89F4C93C}" dt="2024-08-01T11:14:10.870" v="768" actId="1076"/>
          <ac:picMkLst>
            <pc:docMk/>
            <pc:sldMk cId="3860424078" sldId="273"/>
            <ac:picMk id="4098" creationId="{85820BA6-B449-D483-0D17-BD1C452848A8}"/>
          </ac:picMkLst>
        </pc:picChg>
        <pc:picChg chg="add mod">
          <ac:chgData name="Chris Woodruff" userId="2dbf025665e4d94d" providerId="LiveId" clId="{B7954D88-423A-B749-AD39-9B4A89F4C93C}" dt="2024-08-01T11:29:08.862" v="819" actId="1076"/>
          <ac:picMkLst>
            <pc:docMk/>
            <pc:sldMk cId="3860424078" sldId="273"/>
            <ac:picMk id="4100" creationId="{2137950D-AC63-9583-D59A-1E041CDB6E03}"/>
          </ac:picMkLst>
        </pc:picChg>
        <pc:picChg chg="add mod">
          <ac:chgData name="Chris Woodruff" userId="2dbf025665e4d94d" providerId="LiveId" clId="{B7954D88-423A-B749-AD39-9B4A89F4C93C}" dt="2024-08-01T11:29:14.775" v="821" actId="1076"/>
          <ac:picMkLst>
            <pc:docMk/>
            <pc:sldMk cId="3860424078" sldId="273"/>
            <ac:picMk id="4102" creationId="{484ECA3D-5E03-D4FC-2394-576F89762EB6}"/>
          </ac:picMkLst>
        </pc:picChg>
        <pc:picChg chg="add mod">
          <ac:chgData name="Chris Woodruff" userId="2dbf025665e4d94d" providerId="LiveId" clId="{B7954D88-423A-B749-AD39-9B4A89F4C93C}" dt="2024-08-01T11:29:17.907" v="822" actId="1076"/>
          <ac:picMkLst>
            <pc:docMk/>
            <pc:sldMk cId="3860424078" sldId="273"/>
            <ac:picMk id="4104" creationId="{0AF7CB1E-1FD2-70C2-A7C5-A175233CE25C}"/>
          </ac:picMkLst>
        </pc:picChg>
        <pc:picChg chg="add del">
          <ac:chgData name="Chris Woodruff" userId="2dbf025665e4d94d" providerId="LiveId" clId="{B7954D88-423A-B749-AD39-9B4A89F4C93C}" dt="2024-08-01T11:22:28.619" v="796" actId="478"/>
          <ac:picMkLst>
            <pc:docMk/>
            <pc:sldMk cId="3860424078" sldId="273"/>
            <ac:picMk id="4106" creationId="{7D62CADD-2EC0-9C96-A457-1DBEFAAE805A}"/>
          </ac:picMkLst>
        </pc:picChg>
        <pc:picChg chg="add">
          <ac:chgData name="Chris Woodruff" userId="2dbf025665e4d94d" providerId="LiveId" clId="{B7954D88-423A-B749-AD39-9B4A89F4C93C}" dt="2024-08-01T11:22:30.298" v="797"/>
          <ac:picMkLst>
            <pc:docMk/>
            <pc:sldMk cId="3860424078" sldId="273"/>
            <ac:picMk id="4108" creationId="{BEF6010F-9C64-E76F-1554-2037B94C3CCC}"/>
          </ac:picMkLst>
        </pc:picChg>
        <pc:picChg chg="add">
          <ac:chgData name="Chris Woodruff" userId="2dbf025665e4d94d" providerId="LiveId" clId="{B7954D88-423A-B749-AD39-9B4A89F4C93C}" dt="2024-08-01T11:22:57.455" v="798"/>
          <ac:picMkLst>
            <pc:docMk/>
            <pc:sldMk cId="3860424078" sldId="273"/>
            <ac:picMk id="4110" creationId="{524ADC9A-8677-C159-3699-7E0C9CFD45F2}"/>
          </ac:picMkLst>
        </pc:picChg>
        <pc:picChg chg="add mod">
          <ac:chgData name="Chris Woodruff" userId="2dbf025665e4d94d" providerId="LiveId" clId="{B7954D88-423A-B749-AD39-9B4A89F4C93C}" dt="2024-08-01T11:33:26.911" v="859" actId="1037"/>
          <ac:picMkLst>
            <pc:docMk/>
            <pc:sldMk cId="3860424078" sldId="273"/>
            <ac:picMk id="4112" creationId="{8968427A-B00B-30C3-042F-A1CE3F74EBC8}"/>
          </ac:picMkLst>
        </pc:picChg>
        <pc:picChg chg="add">
          <ac:chgData name="Chris Woodruff" userId="2dbf025665e4d94d" providerId="LiveId" clId="{B7954D88-423A-B749-AD39-9B4A89F4C93C}" dt="2024-08-01T11:27:41.367" v="811"/>
          <ac:picMkLst>
            <pc:docMk/>
            <pc:sldMk cId="3860424078" sldId="273"/>
            <ac:picMk id="4114" creationId="{E2B1F434-A830-2F74-20FE-9C46C4764D74}"/>
          </ac:picMkLst>
        </pc:picChg>
        <pc:picChg chg="add mod">
          <ac:chgData name="Chris Woodruff" userId="2dbf025665e4d94d" providerId="LiveId" clId="{B7954D88-423A-B749-AD39-9B4A89F4C93C}" dt="2024-08-01T11:33:26.911" v="859" actId="1037"/>
          <ac:picMkLst>
            <pc:docMk/>
            <pc:sldMk cId="3860424078" sldId="273"/>
            <ac:picMk id="4116" creationId="{CF45BFBE-7B0E-A9C3-E56D-E9183AE3AB4A}"/>
          </ac:picMkLst>
        </pc:picChg>
        <pc:picChg chg="add mod">
          <ac:chgData name="Chris Woodruff" userId="2dbf025665e4d94d" providerId="LiveId" clId="{B7954D88-423A-B749-AD39-9B4A89F4C93C}" dt="2024-08-01T11:33:26.911" v="859" actId="1037"/>
          <ac:picMkLst>
            <pc:docMk/>
            <pc:sldMk cId="3860424078" sldId="273"/>
            <ac:picMk id="4118" creationId="{427C524C-93B8-111A-FFFE-D217C8623E10}"/>
          </ac:picMkLst>
        </pc:picChg>
        <pc:picChg chg="add mod">
          <ac:chgData name="Chris Woodruff" userId="2dbf025665e4d94d" providerId="LiveId" clId="{B7954D88-423A-B749-AD39-9B4A89F4C93C}" dt="2024-08-01T11:33:45.033" v="863" actId="1076"/>
          <ac:picMkLst>
            <pc:docMk/>
            <pc:sldMk cId="3860424078" sldId="273"/>
            <ac:picMk id="4120" creationId="{25EC8FC4-B58B-661B-7AA1-994939D97DFF}"/>
          </ac:picMkLst>
        </pc:picChg>
      </pc:sldChg>
      <pc:sldChg chg="modSp new del mod">
        <pc:chgData name="Chris Woodruff" userId="2dbf025665e4d94d" providerId="LiveId" clId="{B7954D88-423A-B749-AD39-9B4A89F4C93C}" dt="2024-08-01T11:36:13.850" v="905" actId="2696"/>
        <pc:sldMkLst>
          <pc:docMk/>
          <pc:sldMk cId="2623680387" sldId="274"/>
        </pc:sldMkLst>
        <pc:spChg chg="mod">
          <ac:chgData name="Chris Woodruff" userId="2dbf025665e4d94d" providerId="LiveId" clId="{B7954D88-423A-B749-AD39-9B4A89F4C93C}" dt="2024-07-31T01:27:39.997" v="217"/>
          <ac:spMkLst>
            <pc:docMk/>
            <pc:sldMk cId="2623680387" sldId="274"/>
            <ac:spMk id="2" creationId="{62E8D57B-A3F0-DB20-6790-6582E1C20754}"/>
          </ac:spMkLst>
        </pc:spChg>
      </pc:sldChg>
      <pc:sldChg chg="addSp delSp modSp new mod setBg modClrScheme chgLayout">
        <pc:chgData name="Chris Woodruff" userId="2dbf025665e4d94d" providerId="LiveId" clId="{B7954D88-423A-B749-AD39-9B4A89F4C93C}" dt="2024-08-01T11:36:56.741" v="906" actId="26606"/>
        <pc:sldMkLst>
          <pc:docMk/>
          <pc:sldMk cId="812005044" sldId="275"/>
        </pc:sldMkLst>
        <pc:spChg chg="del mod ord">
          <ac:chgData name="Chris Woodruff" userId="2dbf025665e4d94d" providerId="LiveId" clId="{B7954D88-423A-B749-AD39-9B4A89F4C93C}" dt="2024-07-31T01:23:59.787" v="171" actId="700"/>
          <ac:spMkLst>
            <pc:docMk/>
            <pc:sldMk cId="812005044" sldId="275"/>
            <ac:spMk id="2" creationId="{DAD2F94C-E1FE-47C7-9D55-F1E4841D263A}"/>
          </ac:spMkLst>
        </pc:spChg>
        <pc:spChg chg="del mod ord">
          <ac:chgData name="Chris Woodruff" userId="2dbf025665e4d94d" providerId="LiveId" clId="{B7954D88-423A-B749-AD39-9B4A89F4C93C}" dt="2024-07-31T01:23:59.787" v="171" actId="700"/>
          <ac:spMkLst>
            <pc:docMk/>
            <pc:sldMk cId="812005044" sldId="275"/>
            <ac:spMk id="3" creationId="{BB70F1C9-C48A-D250-F928-9B4E0A0F529E}"/>
          </ac:spMkLst>
        </pc:spChg>
        <pc:spChg chg="add mod ord">
          <ac:chgData name="Chris Woodruff" userId="2dbf025665e4d94d" providerId="LiveId" clId="{B7954D88-423A-B749-AD39-9B4A89F4C93C}" dt="2024-08-01T11:36:56.741" v="906" actId="26606"/>
          <ac:spMkLst>
            <pc:docMk/>
            <pc:sldMk cId="812005044" sldId="275"/>
            <ac:spMk id="4" creationId="{75E7B38D-C2BA-0794-5C86-C3B079106658}"/>
          </ac:spMkLst>
        </pc:spChg>
        <pc:spChg chg="add mod ord">
          <ac:chgData name="Chris Woodruff" userId="2dbf025665e4d94d" providerId="LiveId" clId="{B7954D88-423A-B749-AD39-9B4A89F4C93C}" dt="2024-08-01T11:36:56.741" v="906" actId="26606"/>
          <ac:spMkLst>
            <pc:docMk/>
            <pc:sldMk cId="812005044" sldId="275"/>
            <ac:spMk id="5" creationId="{1F58475E-F351-C8A7-B8F2-FC2E9087BAD3}"/>
          </ac:spMkLst>
        </pc:spChg>
        <pc:spChg chg="add del">
          <ac:chgData name="Chris Woodruff" userId="2dbf025665e4d94d" providerId="LiveId" clId="{B7954D88-423A-B749-AD39-9B4A89F4C93C}" dt="2024-08-01T11:36:56.741" v="906" actId="26606"/>
          <ac:spMkLst>
            <pc:docMk/>
            <pc:sldMk cId="812005044" sldId="275"/>
            <ac:spMk id="12" creationId="{3560802A-CB0A-468C-B8E5-6F426F84FF5B}"/>
          </ac:spMkLst>
        </pc:spChg>
        <pc:spChg chg="add del">
          <ac:chgData name="Chris Woodruff" userId="2dbf025665e4d94d" providerId="LiveId" clId="{B7954D88-423A-B749-AD39-9B4A89F4C93C}" dt="2024-07-31T01:41:03.904" v="277" actId="26606"/>
          <ac:spMkLst>
            <pc:docMk/>
            <pc:sldMk cId="812005044" sldId="275"/>
            <ac:spMk id="13" creationId="{F69F96FE-C3F5-4F02-8428-78ADCB975ED9}"/>
          </ac:spMkLst>
        </pc:spChg>
        <pc:spChg chg="add del">
          <ac:chgData name="Chris Woodruff" userId="2dbf025665e4d94d" providerId="LiveId" clId="{B7954D88-423A-B749-AD39-9B4A89F4C93C}" dt="2024-07-31T01:41:03.904" v="277" actId="26606"/>
          <ac:spMkLst>
            <pc:docMk/>
            <pc:sldMk cId="812005044" sldId="275"/>
            <ac:spMk id="15" creationId="{F80C6B76-4D7E-4FE2-84E4-C4734B2B49EE}"/>
          </ac:spMkLst>
        </pc:spChg>
        <pc:spChg chg="add del">
          <ac:chgData name="Chris Woodruff" userId="2dbf025665e4d94d" providerId="LiveId" clId="{B7954D88-423A-B749-AD39-9B4A89F4C93C}" dt="2024-07-31T01:41:06.942" v="279" actId="26606"/>
          <ac:spMkLst>
            <pc:docMk/>
            <pc:sldMk cId="812005044" sldId="275"/>
            <ac:spMk id="21" creationId="{3CECA2BE-0443-493F-9413-FC132026C29F}"/>
          </ac:spMkLst>
        </pc:spChg>
        <pc:spChg chg="add del">
          <ac:chgData name="Chris Woodruff" userId="2dbf025665e4d94d" providerId="LiveId" clId="{B7954D88-423A-B749-AD39-9B4A89F4C93C}" dt="2024-07-31T01:41:06.942" v="279" actId="26606"/>
          <ac:spMkLst>
            <pc:docMk/>
            <pc:sldMk cId="812005044" sldId="275"/>
            <ac:spMk id="23" creationId="{57C3041F-18C8-4A3F-BB74-556AD2101858}"/>
          </ac:spMkLst>
        </pc:spChg>
        <pc:spChg chg="add del">
          <ac:chgData name="Chris Woodruff" userId="2dbf025665e4d94d" providerId="LiveId" clId="{B7954D88-423A-B749-AD39-9B4A89F4C93C}" dt="2024-07-31T01:41:06.942" v="279" actId="26606"/>
          <ac:spMkLst>
            <pc:docMk/>
            <pc:sldMk cId="812005044" sldId="275"/>
            <ac:spMk id="24" creationId="{72B28B90-B579-47ED-A625-BAD03AE6C0E5}"/>
          </ac:spMkLst>
        </pc:spChg>
        <pc:spChg chg="add del">
          <ac:chgData name="Chris Woodruff" userId="2dbf025665e4d94d" providerId="LiveId" clId="{B7954D88-423A-B749-AD39-9B4A89F4C93C}" dt="2024-07-31T01:42:08.386" v="288" actId="26606"/>
          <ac:spMkLst>
            <pc:docMk/>
            <pc:sldMk cId="812005044" sldId="275"/>
            <ac:spMk id="25" creationId="{FF4F1B1F-38C9-4BA3-8793-E2B6FC978C0A}"/>
          </ac:spMkLst>
        </pc:spChg>
        <pc:spChg chg="add del">
          <ac:chgData name="Chris Woodruff" userId="2dbf025665e4d94d" providerId="LiveId" clId="{B7954D88-423A-B749-AD39-9B4A89F4C93C}" dt="2024-07-31T01:41:16.922" v="281" actId="26606"/>
          <ac:spMkLst>
            <pc:docMk/>
            <pc:sldMk cId="812005044" sldId="275"/>
            <ac:spMk id="27" creationId="{FF4F1B1F-38C9-4BA3-8793-E2B6FC978C0A}"/>
          </ac:spMkLst>
        </pc:spChg>
        <pc:spChg chg="add del">
          <ac:chgData name="Chris Woodruff" userId="2dbf025665e4d94d" providerId="LiveId" clId="{B7954D88-423A-B749-AD39-9B4A89F4C93C}" dt="2024-07-31T01:41:16.922" v="281" actId="26606"/>
          <ac:spMkLst>
            <pc:docMk/>
            <pc:sldMk cId="812005044" sldId="275"/>
            <ac:spMk id="29" creationId="{40A82C2B-B640-4B39-A4B8-3189B458AC0D}"/>
          </ac:spMkLst>
        </pc:spChg>
        <pc:spChg chg="add del">
          <ac:chgData name="Chris Woodruff" userId="2dbf025665e4d94d" providerId="LiveId" clId="{B7954D88-423A-B749-AD39-9B4A89F4C93C}" dt="2024-07-31T01:42:08.386" v="288" actId="26606"/>
          <ac:spMkLst>
            <pc:docMk/>
            <pc:sldMk cId="812005044" sldId="275"/>
            <ac:spMk id="31" creationId="{40A82C2B-B640-4B39-A4B8-3189B458AC0D}"/>
          </ac:spMkLst>
        </pc:spChg>
        <pc:spChg chg="add del">
          <ac:chgData name="Chris Woodruff" userId="2dbf025665e4d94d" providerId="LiveId" clId="{B7954D88-423A-B749-AD39-9B4A89F4C93C}" dt="2024-07-31T01:41:26.649" v="283" actId="26606"/>
          <ac:spMkLst>
            <pc:docMk/>
            <pc:sldMk cId="812005044" sldId="275"/>
            <ac:spMk id="33" creationId="{F69F96FE-C3F5-4F02-8428-78ADCB975ED9}"/>
          </ac:spMkLst>
        </pc:spChg>
        <pc:spChg chg="add del">
          <ac:chgData name="Chris Woodruff" userId="2dbf025665e4d94d" providerId="LiveId" clId="{B7954D88-423A-B749-AD39-9B4A89F4C93C}" dt="2024-07-31T01:41:26.649" v="283" actId="26606"/>
          <ac:spMkLst>
            <pc:docMk/>
            <pc:sldMk cId="812005044" sldId="275"/>
            <ac:spMk id="35" creationId="{F80C6B76-4D7E-4FE2-84E4-C4734B2B49EE}"/>
          </ac:spMkLst>
        </pc:spChg>
        <pc:spChg chg="add del">
          <ac:chgData name="Chris Woodruff" userId="2dbf025665e4d94d" providerId="LiveId" clId="{B7954D88-423A-B749-AD39-9B4A89F4C93C}" dt="2024-07-31T01:42:25.250" v="294" actId="26606"/>
          <ac:spMkLst>
            <pc:docMk/>
            <pc:sldMk cId="812005044" sldId="275"/>
            <ac:spMk id="40" creationId="{FF4F1B1F-38C9-4BA3-8793-E2B6FC978C0A}"/>
          </ac:spMkLst>
        </pc:spChg>
        <pc:spChg chg="add">
          <ac:chgData name="Chris Woodruff" userId="2dbf025665e4d94d" providerId="LiveId" clId="{B7954D88-423A-B749-AD39-9B4A89F4C93C}" dt="2024-08-01T11:36:56.741" v="906" actId="26606"/>
          <ac:spMkLst>
            <pc:docMk/>
            <pc:sldMk cId="812005044" sldId="275"/>
            <ac:spMk id="43" creationId="{51C0BCA8-B9D5-4F84-B063-ABE683EE04E1}"/>
          </ac:spMkLst>
        </pc:spChg>
        <pc:spChg chg="add">
          <ac:chgData name="Chris Woodruff" userId="2dbf025665e4d94d" providerId="LiveId" clId="{B7954D88-423A-B749-AD39-9B4A89F4C93C}" dt="2024-08-01T11:36:56.741" v="906" actId="26606"/>
          <ac:spMkLst>
            <pc:docMk/>
            <pc:sldMk cId="812005044" sldId="275"/>
            <ac:spMk id="45" creationId="{3E12DCC6-BC83-4B12-995C-FEA02449A7B5}"/>
          </ac:spMkLst>
        </pc:spChg>
        <pc:picChg chg="add del">
          <ac:chgData name="Chris Woodruff" userId="2dbf025665e4d94d" providerId="LiveId" clId="{B7954D88-423A-B749-AD39-9B4A89F4C93C}" dt="2024-07-31T01:41:03.904" v="277" actId="26606"/>
          <ac:picMkLst>
            <pc:docMk/>
            <pc:sldMk cId="812005044" sldId="275"/>
            <ac:picMk id="7" creationId="{9FD245B0-701D-6779-E367-D7F0B5B7679A}"/>
          </ac:picMkLst>
        </pc:picChg>
        <pc:picChg chg="add del">
          <ac:chgData name="Chris Woodruff" userId="2dbf025665e4d94d" providerId="LiveId" clId="{B7954D88-423A-B749-AD39-9B4A89F4C93C}" dt="2024-07-31T01:42:08.386" v="288" actId="26606"/>
          <ac:picMkLst>
            <pc:docMk/>
            <pc:sldMk cId="812005044" sldId="275"/>
            <ac:picMk id="16" creationId="{1F260B0D-B3DD-86F4-C68D-428D1EE70E19}"/>
          </ac:picMkLst>
        </pc:picChg>
        <pc:picChg chg="add del">
          <ac:chgData name="Chris Woodruff" userId="2dbf025665e4d94d" providerId="LiveId" clId="{B7954D88-423A-B749-AD39-9B4A89F4C93C}" dt="2024-07-31T01:41:06.942" v="279" actId="26606"/>
          <ac:picMkLst>
            <pc:docMk/>
            <pc:sldMk cId="812005044" sldId="275"/>
            <ac:picMk id="22" creationId="{9C916A89-7FF6-69F6-8550-ED21BEF504D7}"/>
          </ac:picMkLst>
        </pc:picChg>
        <pc:picChg chg="add del">
          <ac:chgData name="Chris Woodruff" userId="2dbf025665e4d94d" providerId="LiveId" clId="{B7954D88-423A-B749-AD39-9B4A89F4C93C}" dt="2024-07-31T01:41:16.922" v="281" actId="26606"/>
          <ac:picMkLst>
            <pc:docMk/>
            <pc:sldMk cId="812005044" sldId="275"/>
            <ac:picMk id="28" creationId="{68BCF772-AF7F-FDB8-9B3A-546C74707087}"/>
          </ac:picMkLst>
        </pc:picChg>
        <pc:picChg chg="add del">
          <ac:chgData name="Chris Woodruff" userId="2dbf025665e4d94d" providerId="LiveId" clId="{B7954D88-423A-B749-AD39-9B4A89F4C93C}" dt="2024-07-31T01:41:26.649" v="283" actId="26606"/>
          <ac:picMkLst>
            <pc:docMk/>
            <pc:sldMk cId="812005044" sldId="275"/>
            <ac:picMk id="34" creationId="{9FD245B0-701D-6779-E367-D7F0B5B7679A}"/>
          </ac:picMkLst>
        </pc:picChg>
        <pc:picChg chg="add del">
          <ac:chgData name="Chris Woodruff" userId="2dbf025665e4d94d" providerId="LiveId" clId="{B7954D88-423A-B749-AD39-9B4A89F4C93C}" dt="2024-07-31T01:42:25.250" v="294" actId="26606"/>
          <ac:picMkLst>
            <pc:docMk/>
            <pc:sldMk cId="812005044" sldId="275"/>
            <ac:picMk id="41" creationId="{41E5609A-A6E8-E19D-C2C6-C3E1A48DE3B5}"/>
          </ac:picMkLst>
        </pc:picChg>
        <pc:picChg chg="add">
          <ac:chgData name="Chris Woodruff" userId="2dbf025665e4d94d" providerId="LiveId" clId="{B7954D88-423A-B749-AD39-9B4A89F4C93C}" dt="2024-08-01T11:36:56.741" v="906" actId="26606"/>
          <ac:picMkLst>
            <pc:docMk/>
            <pc:sldMk cId="812005044" sldId="275"/>
            <ac:picMk id="44" creationId="{4B96805D-3ED6-663B-7CA0-3E4A1E79432E}"/>
          </ac:picMkLst>
        </pc:picChg>
        <pc:cxnChg chg="add del">
          <ac:chgData name="Chris Woodruff" userId="2dbf025665e4d94d" providerId="LiveId" clId="{B7954D88-423A-B749-AD39-9B4A89F4C93C}" dt="2024-08-01T11:36:56.741" v="906" actId="26606"/>
          <ac:cxnSpMkLst>
            <pc:docMk/>
            <pc:sldMk cId="812005044" sldId="275"/>
            <ac:cxnSpMk id="10" creationId="{EAD4CCDA-06BF-4D2A-B44F-195AEC0B5B22}"/>
          </ac:cxnSpMkLst>
        </pc:cxnChg>
        <pc:cxnChg chg="add del">
          <ac:chgData name="Chris Woodruff" userId="2dbf025665e4d94d" providerId="LiveId" clId="{B7954D88-423A-B749-AD39-9B4A89F4C93C}" dt="2024-07-31T01:41:03.904" v="277" actId="26606"/>
          <ac:cxnSpMkLst>
            <pc:docMk/>
            <pc:sldMk cId="812005044" sldId="275"/>
            <ac:cxnSpMk id="11" creationId="{EAD4CCDA-06BF-4D2A-B44F-195AEC0B5B22}"/>
          </ac:cxnSpMkLst>
        </pc:cxnChg>
        <pc:cxnChg chg="add del">
          <ac:chgData name="Chris Woodruff" userId="2dbf025665e4d94d" providerId="LiveId" clId="{B7954D88-423A-B749-AD39-9B4A89F4C93C}" dt="2024-08-01T11:36:56.741" v="906" actId="26606"/>
          <ac:cxnSpMkLst>
            <pc:docMk/>
            <pc:sldMk cId="812005044" sldId="275"/>
            <ac:cxnSpMk id="14" creationId="{F37ABF8F-2936-429C-ACD7-A6BD50E4466C}"/>
          </ac:cxnSpMkLst>
        </pc:cxnChg>
        <pc:cxnChg chg="add del">
          <ac:chgData name="Chris Woodruff" userId="2dbf025665e4d94d" providerId="LiveId" clId="{B7954D88-423A-B749-AD39-9B4A89F4C93C}" dt="2024-07-31T01:41:03.904" v="277" actId="26606"/>
          <ac:cxnSpMkLst>
            <pc:docMk/>
            <pc:sldMk cId="812005044" sldId="275"/>
            <ac:cxnSpMk id="17" creationId="{16BEECB0-0766-4C59-B86E-5D26B7D8EF4D}"/>
          </ac:cxnSpMkLst>
        </pc:cxnChg>
        <pc:cxnChg chg="add del">
          <ac:chgData name="Chris Woodruff" userId="2dbf025665e4d94d" providerId="LiveId" clId="{B7954D88-423A-B749-AD39-9B4A89F4C93C}" dt="2024-07-31T01:42:08.386" v="288" actId="26606"/>
          <ac:cxnSpMkLst>
            <pc:docMk/>
            <pc:sldMk cId="812005044" sldId="275"/>
            <ac:cxnSpMk id="18" creationId="{EAD4CCDA-06BF-4D2A-B44F-195AEC0B5B22}"/>
          </ac:cxnSpMkLst>
        </pc:cxnChg>
        <pc:cxnChg chg="add del">
          <ac:chgData name="Chris Woodruff" userId="2dbf025665e4d94d" providerId="LiveId" clId="{B7954D88-423A-B749-AD39-9B4A89F4C93C}" dt="2024-07-31T01:41:06.942" v="279" actId="26606"/>
          <ac:cxnSpMkLst>
            <pc:docMk/>
            <pc:sldMk cId="812005044" sldId="275"/>
            <ac:cxnSpMk id="19" creationId="{16BEECB0-0766-4C59-B86E-5D26B7D8EF4D}"/>
          </ac:cxnSpMkLst>
        </pc:cxnChg>
        <pc:cxnChg chg="add del">
          <ac:chgData name="Chris Woodruff" userId="2dbf025665e4d94d" providerId="LiveId" clId="{B7954D88-423A-B749-AD39-9B4A89F4C93C}" dt="2024-07-31T01:41:06.942" v="279" actId="26606"/>
          <ac:cxnSpMkLst>
            <pc:docMk/>
            <pc:sldMk cId="812005044" sldId="275"/>
            <ac:cxnSpMk id="20" creationId="{EAD4CCDA-06BF-4D2A-B44F-195AEC0B5B22}"/>
          </ac:cxnSpMkLst>
        </pc:cxnChg>
        <pc:cxnChg chg="add del">
          <ac:chgData name="Chris Woodruff" userId="2dbf025665e4d94d" providerId="LiveId" clId="{B7954D88-423A-B749-AD39-9B4A89F4C93C}" dt="2024-07-31T01:41:16.922" v="281" actId="26606"/>
          <ac:cxnSpMkLst>
            <pc:docMk/>
            <pc:sldMk cId="812005044" sldId="275"/>
            <ac:cxnSpMk id="26" creationId="{EAD4CCDA-06BF-4D2A-B44F-195AEC0B5B22}"/>
          </ac:cxnSpMkLst>
        </pc:cxnChg>
        <pc:cxnChg chg="add del">
          <ac:chgData name="Chris Woodruff" userId="2dbf025665e4d94d" providerId="LiveId" clId="{B7954D88-423A-B749-AD39-9B4A89F4C93C}" dt="2024-07-31T01:41:16.922" v="281" actId="26606"/>
          <ac:cxnSpMkLst>
            <pc:docMk/>
            <pc:sldMk cId="812005044" sldId="275"/>
            <ac:cxnSpMk id="30" creationId="{7091899A-6176-48DA-BF9E-4D278C5FBEFF}"/>
          </ac:cxnSpMkLst>
        </pc:cxnChg>
        <pc:cxnChg chg="add del">
          <ac:chgData name="Chris Woodruff" userId="2dbf025665e4d94d" providerId="LiveId" clId="{B7954D88-423A-B749-AD39-9B4A89F4C93C}" dt="2024-07-31T01:41:26.649" v="283" actId="26606"/>
          <ac:cxnSpMkLst>
            <pc:docMk/>
            <pc:sldMk cId="812005044" sldId="275"/>
            <ac:cxnSpMk id="32" creationId="{EAD4CCDA-06BF-4D2A-B44F-195AEC0B5B22}"/>
          </ac:cxnSpMkLst>
        </pc:cxnChg>
        <pc:cxnChg chg="add del">
          <ac:chgData name="Chris Woodruff" userId="2dbf025665e4d94d" providerId="LiveId" clId="{B7954D88-423A-B749-AD39-9B4A89F4C93C}" dt="2024-07-31T01:41:26.649" v="283" actId="26606"/>
          <ac:cxnSpMkLst>
            <pc:docMk/>
            <pc:sldMk cId="812005044" sldId="275"/>
            <ac:cxnSpMk id="36" creationId="{16BEECB0-0766-4C59-B86E-5D26B7D8EF4D}"/>
          </ac:cxnSpMkLst>
        </pc:cxnChg>
        <pc:cxnChg chg="add del">
          <ac:chgData name="Chris Woodruff" userId="2dbf025665e4d94d" providerId="LiveId" clId="{B7954D88-423A-B749-AD39-9B4A89F4C93C}" dt="2024-07-31T01:42:08.386" v="288" actId="26606"/>
          <ac:cxnSpMkLst>
            <pc:docMk/>
            <pc:sldMk cId="812005044" sldId="275"/>
            <ac:cxnSpMk id="37" creationId="{7091899A-6176-48DA-BF9E-4D278C5FBEFF}"/>
          </ac:cxnSpMkLst>
        </pc:cxnChg>
        <pc:cxnChg chg="add">
          <ac:chgData name="Chris Woodruff" userId="2dbf025665e4d94d" providerId="LiveId" clId="{B7954D88-423A-B749-AD39-9B4A89F4C93C}" dt="2024-08-01T11:36:56.741" v="906" actId="26606"/>
          <ac:cxnSpMkLst>
            <pc:docMk/>
            <pc:sldMk cId="812005044" sldId="275"/>
            <ac:cxnSpMk id="38" creationId="{EAD4CCDA-06BF-4D2A-B44F-195AEC0B5B22}"/>
          </ac:cxnSpMkLst>
        </pc:cxnChg>
        <pc:cxnChg chg="add del">
          <ac:chgData name="Chris Woodruff" userId="2dbf025665e4d94d" providerId="LiveId" clId="{B7954D88-423A-B749-AD39-9B4A89F4C93C}" dt="2024-07-31T01:42:25.250" v="294" actId="26606"/>
          <ac:cxnSpMkLst>
            <pc:docMk/>
            <pc:sldMk cId="812005044" sldId="275"/>
            <ac:cxnSpMk id="39" creationId="{EAD4CCDA-06BF-4D2A-B44F-195AEC0B5B22}"/>
          </ac:cxnSpMkLst>
        </pc:cxnChg>
        <pc:cxnChg chg="add del">
          <ac:chgData name="Chris Woodruff" userId="2dbf025665e4d94d" providerId="LiveId" clId="{B7954D88-423A-B749-AD39-9B4A89F4C93C}" dt="2024-07-31T01:42:25.250" v="294" actId="26606"/>
          <ac:cxnSpMkLst>
            <pc:docMk/>
            <pc:sldMk cId="812005044" sldId="275"/>
            <ac:cxnSpMk id="42" creationId="{6B5C80BC-C547-4FD8-9B68-6A9207F08580}"/>
          </ac:cxnSpMkLst>
        </pc:cxnChg>
        <pc:cxnChg chg="add">
          <ac:chgData name="Chris Woodruff" userId="2dbf025665e4d94d" providerId="LiveId" clId="{B7954D88-423A-B749-AD39-9B4A89F4C93C}" dt="2024-08-01T11:36:56.741" v="906" actId="26606"/>
          <ac:cxnSpMkLst>
            <pc:docMk/>
            <pc:sldMk cId="812005044" sldId="275"/>
            <ac:cxnSpMk id="46" creationId="{7476E355-DC49-4AFB-88DE-62B854B9B315}"/>
          </ac:cxnSpMkLst>
        </pc:cxnChg>
      </pc:sldChg>
      <pc:sldChg chg="addSp delSp modSp new mod modAnim">
        <pc:chgData name="Chris Woodruff" userId="2dbf025665e4d94d" providerId="LiveId" clId="{B7954D88-423A-B749-AD39-9B4A89F4C93C}" dt="2024-08-01T11:51:56.098" v="956"/>
        <pc:sldMkLst>
          <pc:docMk/>
          <pc:sldMk cId="2608110139" sldId="276"/>
        </pc:sldMkLst>
        <pc:spChg chg="mod">
          <ac:chgData name="Chris Woodruff" userId="2dbf025665e4d94d" providerId="LiveId" clId="{B7954D88-423A-B749-AD39-9B4A89F4C93C}" dt="2024-07-31T01:27:55.973" v="218"/>
          <ac:spMkLst>
            <pc:docMk/>
            <pc:sldMk cId="2608110139" sldId="276"/>
            <ac:spMk id="2" creationId="{77602BA9-9B14-99C9-A363-4B15B0F95A9C}"/>
          </ac:spMkLst>
        </pc:spChg>
        <pc:spChg chg="del">
          <ac:chgData name="Chris Woodruff" userId="2dbf025665e4d94d" providerId="LiveId" clId="{B7954D88-423A-B749-AD39-9B4A89F4C93C}" dt="2024-08-01T11:39:16.238" v="907" actId="478"/>
          <ac:spMkLst>
            <pc:docMk/>
            <pc:sldMk cId="2608110139" sldId="276"/>
            <ac:spMk id="3" creationId="{198D76AF-DDE6-7EF8-A18B-04315251D4B5}"/>
          </ac:spMkLst>
        </pc:spChg>
        <pc:picChg chg="add mod">
          <ac:chgData name="Chris Woodruff" userId="2dbf025665e4d94d" providerId="LiveId" clId="{B7954D88-423A-B749-AD39-9B4A89F4C93C}" dt="2024-08-01T11:41:26.383" v="915" actId="1076"/>
          <ac:picMkLst>
            <pc:docMk/>
            <pc:sldMk cId="2608110139" sldId="276"/>
            <ac:picMk id="4" creationId="{59D89902-0E06-E712-997C-309FC67AB525}"/>
          </ac:picMkLst>
        </pc:picChg>
        <pc:picChg chg="add mod">
          <ac:chgData name="Chris Woodruff" userId="2dbf025665e4d94d" providerId="LiveId" clId="{B7954D88-423A-B749-AD39-9B4A89F4C93C}" dt="2024-08-01T11:43:37.636" v="929" actId="1076"/>
          <ac:picMkLst>
            <pc:docMk/>
            <pc:sldMk cId="2608110139" sldId="276"/>
            <ac:picMk id="5" creationId="{953CA980-49E4-F1DF-AB89-B129CEE50B87}"/>
          </ac:picMkLst>
        </pc:picChg>
        <pc:picChg chg="add mod">
          <ac:chgData name="Chris Woodruff" userId="2dbf025665e4d94d" providerId="LiveId" clId="{B7954D88-423A-B749-AD39-9B4A89F4C93C}" dt="2024-08-01T11:43:41.866" v="930" actId="1076"/>
          <ac:picMkLst>
            <pc:docMk/>
            <pc:sldMk cId="2608110139" sldId="276"/>
            <ac:picMk id="6" creationId="{4EF9EBB6-3C61-D346-4CEA-862825A00A37}"/>
          </ac:picMkLst>
        </pc:picChg>
        <pc:picChg chg="add mod">
          <ac:chgData name="Chris Woodruff" userId="2dbf025665e4d94d" providerId="LiveId" clId="{B7954D88-423A-B749-AD39-9B4A89F4C93C}" dt="2024-08-01T11:51:25.133" v="948" actId="1076"/>
          <ac:picMkLst>
            <pc:docMk/>
            <pc:sldMk cId="2608110139" sldId="276"/>
            <ac:picMk id="7" creationId="{16C20CBC-2969-8896-06A6-5826E6178518}"/>
          </ac:picMkLst>
        </pc:picChg>
        <pc:picChg chg="add mod">
          <ac:chgData name="Chris Woodruff" userId="2dbf025665e4d94d" providerId="LiveId" clId="{B7954D88-423A-B749-AD39-9B4A89F4C93C}" dt="2024-08-01T11:45:00.583" v="934" actId="14100"/>
          <ac:picMkLst>
            <pc:docMk/>
            <pc:sldMk cId="2608110139" sldId="276"/>
            <ac:picMk id="5122" creationId="{AD13474C-7EBB-6A2F-EBAF-0A278A0DF776}"/>
          </ac:picMkLst>
        </pc:picChg>
        <pc:picChg chg="add mod">
          <ac:chgData name="Chris Woodruff" userId="2dbf025665e4d94d" providerId="LiveId" clId="{B7954D88-423A-B749-AD39-9B4A89F4C93C}" dt="2024-08-01T11:45:09.230" v="936" actId="1076"/>
          <ac:picMkLst>
            <pc:docMk/>
            <pc:sldMk cId="2608110139" sldId="276"/>
            <ac:picMk id="5124" creationId="{3B428175-7139-8F2F-6F98-162E4687FACA}"/>
          </ac:picMkLst>
        </pc:picChg>
        <pc:picChg chg="add mod">
          <ac:chgData name="Chris Woodruff" userId="2dbf025665e4d94d" providerId="LiveId" clId="{B7954D88-423A-B749-AD39-9B4A89F4C93C}" dt="2024-08-01T11:47:45.028" v="941" actId="1076"/>
          <ac:picMkLst>
            <pc:docMk/>
            <pc:sldMk cId="2608110139" sldId="276"/>
            <ac:picMk id="5126" creationId="{1AC8F7FD-2EB7-3619-7B45-13D214808F1D}"/>
          </ac:picMkLst>
        </pc:picChg>
        <pc:picChg chg="add mod">
          <ac:chgData name="Chris Woodruff" userId="2dbf025665e4d94d" providerId="LiveId" clId="{B7954D88-423A-B749-AD39-9B4A89F4C93C}" dt="2024-08-01T11:50:33.001" v="945" actId="1076"/>
          <ac:picMkLst>
            <pc:docMk/>
            <pc:sldMk cId="2608110139" sldId="276"/>
            <ac:picMk id="5128" creationId="{0CAA5AB4-B1B7-94DD-CCC8-6E2B720BC611}"/>
          </ac:picMkLst>
        </pc:picChg>
      </pc:sldChg>
      <pc:sldChg chg="addSp delSp modSp new mod ord">
        <pc:chgData name="Chris Woodruff" userId="2dbf025665e4d94d" providerId="LiveId" clId="{B7954D88-423A-B749-AD39-9B4A89F4C93C}" dt="2024-07-31T12:11:53.021" v="470" actId="20578"/>
        <pc:sldMkLst>
          <pc:docMk/>
          <pc:sldMk cId="160650084" sldId="277"/>
        </pc:sldMkLst>
        <pc:spChg chg="mod">
          <ac:chgData name="Chris Woodruff" userId="2dbf025665e4d94d" providerId="LiveId" clId="{B7954D88-423A-B749-AD39-9B4A89F4C93C}" dt="2024-07-31T01:37:43.622" v="253" actId="1076"/>
          <ac:spMkLst>
            <pc:docMk/>
            <pc:sldMk cId="160650084" sldId="277"/>
            <ac:spMk id="2" creationId="{990BA9F8-F480-B9C0-777A-A3BDC8A862B2}"/>
          </ac:spMkLst>
        </pc:spChg>
        <pc:spChg chg="del">
          <ac:chgData name="Chris Woodruff" userId="2dbf025665e4d94d" providerId="LiveId" clId="{B7954D88-423A-B749-AD39-9B4A89F4C93C}" dt="2024-07-31T01:15:09.267" v="107" actId="1032"/>
          <ac:spMkLst>
            <pc:docMk/>
            <pc:sldMk cId="160650084" sldId="277"/>
            <ac:spMk id="3" creationId="{B3EDA93E-256C-21C8-83C0-C6FAE431FFEF}"/>
          </ac:spMkLst>
        </pc:spChg>
        <pc:graphicFrameChg chg="add mod modGraphic">
          <ac:chgData name="Chris Woodruff" userId="2dbf025665e4d94d" providerId="LiveId" clId="{B7954D88-423A-B749-AD39-9B4A89F4C93C}" dt="2024-07-31T01:15:51.919" v="114" actId="20577"/>
          <ac:graphicFrameMkLst>
            <pc:docMk/>
            <pc:sldMk cId="160650084" sldId="277"/>
            <ac:graphicFrameMk id="4" creationId="{FBA1E3DE-19C5-EEDB-F8B6-70BDDE6682E6}"/>
          </ac:graphicFrameMkLst>
        </pc:graphicFrameChg>
        <pc:graphicFrameChg chg="add mod">
          <ac:chgData name="Chris Woodruff" userId="2dbf025665e4d94d" providerId="LiveId" clId="{B7954D88-423A-B749-AD39-9B4A89F4C93C}" dt="2024-07-31T01:15:52.711" v="115"/>
          <ac:graphicFrameMkLst>
            <pc:docMk/>
            <pc:sldMk cId="160650084" sldId="277"/>
            <ac:graphicFrameMk id="5" creationId="{AA59A8F4-ECA6-BD2F-37D1-5104D5A7A8AC}"/>
          </ac:graphicFrameMkLst>
        </pc:graphicFrameChg>
        <pc:graphicFrameChg chg="add mod">
          <ac:chgData name="Chris Woodruff" userId="2dbf025665e4d94d" providerId="LiveId" clId="{B7954D88-423A-B749-AD39-9B4A89F4C93C}" dt="2024-07-31T01:37:34.690" v="252" actId="1076"/>
          <ac:graphicFrameMkLst>
            <pc:docMk/>
            <pc:sldMk cId="160650084" sldId="277"/>
            <ac:graphicFrameMk id="6" creationId="{B3B382C8-564C-F889-22F3-15710238D039}"/>
          </ac:graphicFrameMkLst>
        </pc:graphicFrameChg>
      </pc:sldChg>
      <pc:sldChg chg="addSp delSp modSp new mod modClrScheme chgLayout">
        <pc:chgData name="Chris Woodruff" userId="2dbf025665e4d94d" providerId="LiveId" clId="{B7954D88-423A-B749-AD39-9B4A89F4C93C}" dt="2024-08-02T10:51:09.745" v="1267" actId="113"/>
        <pc:sldMkLst>
          <pc:docMk/>
          <pc:sldMk cId="4129306452" sldId="278"/>
        </pc:sldMkLst>
        <pc:spChg chg="mod ord">
          <ac:chgData name="Chris Woodruff" userId="2dbf025665e4d94d" providerId="LiveId" clId="{B7954D88-423A-B749-AD39-9B4A89F4C93C}" dt="2024-08-02T10:48:32.666" v="1254" actId="27636"/>
          <ac:spMkLst>
            <pc:docMk/>
            <pc:sldMk cId="4129306452" sldId="278"/>
            <ac:spMk id="2" creationId="{9ACF630E-AA53-F003-3ABB-4C076DD4E809}"/>
          </ac:spMkLst>
        </pc:spChg>
        <pc:spChg chg="del mod ord">
          <ac:chgData name="Chris Woodruff" userId="2dbf025665e4d94d" providerId="LiveId" clId="{B7954D88-423A-B749-AD39-9B4A89F4C93C}" dt="2024-08-01T01:03:20.763" v="491" actId="700"/>
          <ac:spMkLst>
            <pc:docMk/>
            <pc:sldMk cId="4129306452" sldId="278"/>
            <ac:spMk id="3" creationId="{DA274F64-19CE-4007-A94B-84BF8F174D37}"/>
          </ac:spMkLst>
        </pc:spChg>
        <pc:spChg chg="add del mod ord">
          <ac:chgData name="Chris Woodruff" userId="2dbf025665e4d94d" providerId="LiveId" clId="{B7954D88-423A-B749-AD39-9B4A89F4C93C}" dt="2024-08-01T01:03:37.276" v="496" actId="478"/>
          <ac:spMkLst>
            <pc:docMk/>
            <pc:sldMk cId="4129306452" sldId="278"/>
            <ac:spMk id="4" creationId="{15AD53B6-1085-7DB5-C49A-E4CC5671B3A0}"/>
          </ac:spMkLst>
        </pc:spChg>
        <pc:spChg chg="add mod ord">
          <ac:chgData name="Chris Woodruff" userId="2dbf025665e4d94d" providerId="LiveId" clId="{B7954D88-423A-B749-AD39-9B4A89F4C93C}" dt="2024-08-02T10:51:09.745" v="1267" actId="113"/>
          <ac:spMkLst>
            <pc:docMk/>
            <pc:sldMk cId="4129306452" sldId="278"/>
            <ac:spMk id="5" creationId="{3A66A762-9EDB-EA4E-617F-07FB29FF7A46}"/>
          </ac:spMkLst>
        </pc:spChg>
        <pc:spChg chg="add del">
          <ac:chgData name="Chris Woodruff" userId="2dbf025665e4d94d" providerId="LiveId" clId="{B7954D88-423A-B749-AD39-9B4A89F4C93C}" dt="2024-08-01T01:03:47.864" v="498" actId="22"/>
          <ac:spMkLst>
            <pc:docMk/>
            <pc:sldMk cId="4129306452" sldId="278"/>
            <ac:spMk id="7" creationId="{92E7013F-708A-C03A-349A-582928E422FF}"/>
          </ac:spMkLst>
        </pc:spChg>
        <pc:spChg chg="add mod">
          <ac:chgData name="Chris Woodruff" userId="2dbf025665e4d94d" providerId="LiveId" clId="{B7954D88-423A-B749-AD39-9B4A89F4C93C}" dt="2024-08-02T10:48:50.959" v="1257" actId="2711"/>
          <ac:spMkLst>
            <pc:docMk/>
            <pc:sldMk cId="4129306452" sldId="278"/>
            <ac:spMk id="9" creationId="{15D317DF-3AE2-8DF1-2E01-12B17DBD652E}"/>
          </ac:spMkLst>
        </pc:spChg>
      </pc:sldChg>
      <pc:sldChg chg="addSp delSp modSp new mod modClrScheme chgLayout">
        <pc:chgData name="Chris Woodruff" userId="2dbf025665e4d94d" providerId="LiveId" clId="{B7954D88-423A-B749-AD39-9B4A89F4C93C}" dt="2024-08-01T01:20:18.133" v="659" actId="27636"/>
        <pc:sldMkLst>
          <pc:docMk/>
          <pc:sldMk cId="1870801648" sldId="279"/>
        </pc:sldMkLst>
        <pc:spChg chg="mod ord">
          <ac:chgData name="Chris Woodruff" userId="2dbf025665e4d94d" providerId="LiveId" clId="{B7954D88-423A-B749-AD39-9B4A89F4C93C}" dt="2024-08-01T01:20:08.396" v="656" actId="14100"/>
          <ac:spMkLst>
            <pc:docMk/>
            <pc:sldMk cId="1870801648" sldId="279"/>
            <ac:spMk id="2" creationId="{E72087A2-A215-0526-5C0D-4BFCE2533CCD}"/>
          </ac:spMkLst>
        </pc:spChg>
        <pc:spChg chg="del mod ord">
          <ac:chgData name="Chris Woodruff" userId="2dbf025665e4d94d" providerId="LiveId" clId="{B7954D88-423A-B749-AD39-9B4A89F4C93C}" dt="2024-08-01T01:20:04.871" v="655" actId="700"/>
          <ac:spMkLst>
            <pc:docMk/>
            <pc:sldMk cId="1870801648" sldId="279"/>
            <ac:spMk id="3" creationId="{1F1F22D1-B51A-91A8-7CC4-DDB263A98FDA}"/>
          </ac:spMkLst>
        </pc:spChg>
        <pc:spChg chg="add mod ord">
          <ac:chgData name="Chris Woodruff" userId="2dbf025665e4d94d" providerId="LiveId" clId="{B7954D88-423A-B749-AD39-9B4A89F4C93C}" dt="2024-08-01T01:20:18.133" v="659" actId="27636"/>
          <ac:spMkLst>
            <pc:docMk/>
            <pc:sldMk cId="1870801648" sldId="279"/>
            <ac:spMk id="4" creationId="{9CF7DB0F-905E-509B-CB87-B66AA3431C84}"/>
          </ac:spMkLst>
        </pc:spChg>
        <pc:spChg chg="add mod ord">
          <ac:chgData name="Chris Woodruff" userId="2dbf025665e4d94d" providerId="LiveId" clId="{B7954D88-423A-B749-AD39-9B4A89F4C93C}" dt="2024-08-01T01:20:09.888" v="657"/>
          <ac:spMkLst>
            <pc:docMk/>
            <pc:sldMk cId="1870801648" sldId="279"/>
            <ac:spMk id="5" creationId="{0AACA2D8-29BD-3D39-5920-1A7CF7E5AC66}"/>
          </ac:spMkLst>
        </pc:spChg>
      </pc:sldChg>
      <pc:sldChg chg="modSp new del mod">
        <pc:chgData name="Chris Woodruff" userId="2dbf025665e4d94d" providerId="LiveId" clId="{B7954D88-423A-B749-AD39-9B4A89F4C93C}" dt="2024-08-01T11:53:46.620" v="957" actId="2696"/>
        <pc:sldMkLst>
          <pc:docMk/>
          <pc:sldMk cId="708597773" sldId="280"/>
        </pc:sldMkLst>
        <pc:spChg chg="mod">
          <ac:chgData name="Chris Woodruff" userId="2dbf025665e4d94d" providerId="LiveId" clId="{B7954D88-423A-B749-AD39-9B4A89F4C93C}" dt="2024-07-31T01:28:09.969" v="220"/>
          <ac:spMkLst>
            <pc:docMk/>
            <pc:sldMk cId="708597773" sldId="280"/>
            <ac:spMk id="2" creationId="{6B9DA822-A87B-1807-5447-21F95CBC6645}"/>
          </ac:spMkLst>
        </pc:spChg>
      </pc:sldChg>
      <pc:sldChg chg="addSp delSp modSp new mod">
        <pc:chgData name="Chris Woodruff" userId="2dbf025665e4d94d" providerId="LiveId" clId="{B7954D88-423A-B749-AD39-9B4A89F4C93C}" dt="2024-08-01T11:55:33.822" v="966" actId="1076"/>
        <pc:sldMkLst>
          <pc:docMk/>
          <pc:sldMk cId="2144855717" sldId="281"/>
        </pc:sldMkLst>
        <pc:spChg chg="mod">
          <ac:chgData name="Chris Woodruff" userId="2dbf025665e4d94d" providerId="LiveId" clId="{B7954D88-423A-B749-AD39-9B4A89F4C93C}" dt="2024-07-31T01:28:36.001" v="223"/>
          <ac:spMkLst>
            <pc:docMk/>
            <pc:sldMk cId="2144855717" sldId="281"/>
            <ac:spMk id="2" creationId="{BB7A4B47-5476-5D4A-461A-E11C38B35B5E}"/>
          </ac:spMkLst>
        </pc:spChg>
        <pc:spChg chg="del">
          <ac:chgData name="Chris Woodruff" userId="2dbf025665e4d94d" providerId="LiveId" clId="{B7954D88-423A-B749-AD39-9B4A89F4C93C}" dt="2024-08-01T11:54:40.093" v="958" actId="478"/>
          <ac:spMkLst>
            <pc:docMk/>
            <pc:sldMk cId="2144855717" sldId="281"/>
            <ac:spMk id="3" creationId="{86A5591B-9864-8387-0B9F-B47EF5228F4D}"/>
          </ac:spMkLst>
        </pc:spChg>
        <pc:picChg chg="add mod">
          <ac:chgData name="Chris Woodruff" userId="2dbf025665e4d94d" providerId="LiveId" clId="{B7954D88-423A-B749-AD39-9B4A89F4C93C}" dt="2024-08-01T11:54:45.236" v="960" actId="1076"/>
          <ac:picMkLst>
            <pc:docMk/>
            <pc:sldMk cId="2144855717" sldId="281"/>
            <ac:picMk id="6146" creationId="{D4B0AA51-858D-72ED-B18E-F101BFC96589}"/>
          </ac:picMkLst>
        </pc:picChg>
        <pc:picChg chg="add mod">
          <ac:chgData name="Chris Woodruff" userId="2dbf025665e4d94d" providerId="LiveId" clId="{B7954D88-423A-B749-AD39-9B4A89F4C93C}" dt="2024-08-01T11:55:33.822" v="966" actId="1076"/>
          <ac:picMkLst>
            <pc:docMk/>
            <pc:sldMk cId="2144855717" sldId="281"/>
            <ac:picMk id="6148" creationId="{D344AD5F-A3E8-D7CD-3963-73A8A03A97B7}"/>
          </ac:picMkLst>
        </pc:picChg>
      </pc:sldChg>
      <pc:sldChg chg="modSp new del mod">
        <pc:chgData name="Chris Woodruff" userId="2dbf025665e4d94d" providerId="LiveId" clId="{B7954D88-423A-B749-AD39-9B4A89F4C93C}" dt="2024-08-01T12:03:41.046" v="1086" actId="2696"/>
        <pc:sldMkLst>
          <pc:docMk/>
          <pc:sldMk cId="2459852469" sldId="282"/>
        </pc:sldMkLst>
        <pc:spChg chg="mod">
          <ac:chgData name="Chris Woodruff" userId="2dbf025665e4d94d" providerId="LiveId" clId="{B7954D88-423A-B749-AD39-9B4A89F4C93C}" dt="2024-07-31T01:28:47.745" v="224"/>
          <ac:spMkLst>
            <pc:docMk/>
            <pc:sldMk cId="2459852469" sldId="282"/>
            <ac:spMk id="2" creationId="{B7E84690-60EC-4D66-CB54-64F9DFF8B4EF}"/>
          </ac:spMkLst>
        </pc:spChg>
      </pc:sldChg>
      <pc:sldChg chg="addSp delSp modSp new mod modClrScheme chgLayout">
        <pc:chgData name="Chris Woodruff" userId="2dbf025665e4d94d" providerId="LiveId" clId="{B7954D88-423A-B749-AD39-9B4A89F4C93C}" dt="2024-08-01T12:03:20.140" v="1085" actId="1076"/>
        <pc:sldMkLst>
          <pc:docMk/>
          <pc:sldMk cId="2061274439" sldId="283"/>
        </pc:sldMkLst>
        <pc:spChg chg="mod ord">
          <ac:chgData name="Chris Woodruff" userId="2dbf025665e4d94d" providerId="LiveId" clId="{B7954D88-423A-B749-AD39-9B4A89F4C93C}" dt="2024-08-01T11:57:35.418" v="1002" actId="27636"/>
          <ac:spMkLst>
            <pc:docMk/>
            <pc:sldMk cId="2061274439" sldId="283"/>
            <ac:spMk id="2" creationId="{6080246D-C015-06BD-3D24-C7F17BFD5D32}"/>
          </ac:spMkLst>
        </pc:spChg>
        <pc:spChg chg="del">
          <ac:chgData name="Chris Woodruff" userId="2dbf025665e4d94d" providerId="LiveId" clId="{B7954D88-423A-B749-AD39-9B4A89F4C93C}" dt="2024-08-01T11:57:02.793" v="983" actId="478"/>
          <ac:spMkLst>
            <pc:docMk/>
            <pc:sldMk cId="2061274439" sldId="283"/>
            <ac:spMk id="3" creationId="{D0ACA54D-24F6-1084-1562-CB0496AF4D6A}"/>
          </ac:spMkLst>
        </pc:spChg>
        <pc:spChg chg="add del mod ord">
          <ac:chgData name="Chris Woodruff" userId="2dbf025665e4d94d" providerId="LiveId" clId="{B7954D88-423A-B749-AD39-9B4A89F4C93C}" dt="2024-08-01T12:00:21.945" v="1053" actId="478"/>
          <ac:spMkLst>
            <pc:docMk/>
            <pc:sldMk cId="2061274439" sldId="283"/>
            <ac:spMk id="4" creationId="{4C95263E-AF27-1CC7-7A14-CDC893F7DBC5}"/>
          </ac:spMkLst>
        </pc:spChg>
        <pc:spChg chg="add mod ord">
          <ac:chgData name="Chris Woodruff" userId="2dbf025665e4d94d" providerId="LiveId" clId="{B7954D88-423A-B749-AD39-9B4A89F4C93C}" dt="2024-08-01T12:00:17.531" v="1052" actId="3626"/>
          <ac:spMkLst>
            <pc:docMk/>
            <pc:sldMk cId="2061274439" sldId="283"/>
            <ac:spMk id="5" creationId="{8963CDED-0C16-152B-A230-B9E237592DED}"/>
          </ac:spMkLst>
        </pc:spChg>
        <pc:spChg chg="add del mod">
          <ac:chgData name="Chris Woodruff" userId="2dbf025665e4d94d" providerId="LiveId" clId="{B7954D88-423A-B749-AD39-9B4A89F4C93C}" dt="2024-08-01T12:01:38.166" v="1063" actId="1076"/>
          <ac:spMkLst>
            <pc:docMk/>
            <pc:sldMk cId="2061274439" sldId="283"/>
            <ac:spMk id="8" creationId="{DE601C9A-B8E6-3EDB-FFF2-18984C465663}"/>
          </ac:spMkLst>
        </pc:spChg>
        <pc:spChg chg="add mod">
          <ac:chgData name="Chris Woodruff" userId="2dbf025665e4d94d" providerId="LiveId" clId="{B7954D88-423A-B749-AD39-9B4A89F4C93C}" dt="2024-08-01T12:03:20.140" v="1085" actId="1076"/>
          <ac:spMkLst>
            <pc:docMk/>
            <pc:sldMk cId="2061274439" sldId="283"/>
            <ac:spMk id="16" creationId="{F79E6B39-E118-D255-6ACD-3C03D21942BE}"/>
          </ac:spMkLst>
        </pc:spChg>
        <pc:picChg chg="add mod">
          <ac:chgData name="Chris Woodruff" userId="2dbf025665e4d94d" providerId="LiveId" clId="{B7954D88-423A-B749-AD39-9B4A89F4C93C}" dt="2024-08-01T12:01:08.513" v="1056" actId="1076"/>
          <ac:picMkLst>
            <pc:docMk/>
            <pc:sldMk cId="2061274439" sldId="283"/>
            <ac:picMk id="6" creationId="{DFFD7EA4-CC3D-9344-90CE-B52282FD48B8}"/>
          </ac:picMkLst>
        </pc:picChg>
        <pc:picChg chg="add del mod">
          <ac:chgData name="Chris Woodruff" userId="2dbf025665e4d94d" providerId="LiveId" clId="{B7954D88-423A-B749-AD39-9B4A89F4C93C}" dt="2024-08-01T12:02:05.834" v="1067" actId="478"/>
          <ac:picMkLst>
            <pc:docMk/>
            <pc:sldMk cId="2061274439" sldId="283"/>
            <ac:picMk id="10" creationId="{0D6DD7AA-AFF3-A8D2-8BAA-EECCFCA586AB}"/>
          </ac:picMkLst>
        </pc:picChg>
        <pc:picChg chg="add mod">
          <ac:chgData name="Chris Woodruff" userId="2dbf025665e4d94d" providerId="LiveId" clId="{B7954D88-423A-B749-AD39-9B4A89F4C93C}" dt="2024-08-01T12:02:23.273" v="1072" actId="931"/>
          <ac:picMkLst>
            <pc:docMk/>
            <pc:sldMk cId="2061274439" sldId="283"/>
            <ac:picMk id="12" creationId="{A1A5F8A2-8F6F-2D8E-272E-E95A8FFC4805}"/>
          </ac:picMkLst>
        </pc:picChg>
        <pc:picChg chg="add mod">
          <ac:chgData name="Chris Woodruff" userId="2dbf025665e4d94d" providerId="LiveId" clId="{B7954D88-423A-B749-AD39-9B4A89F4C93C}" dt="2024-08-01T12:02:44.103" v="1079" actId="1076"/>
          <ac:picMkLst>
            <pc:docMk/>
            <pc:sldMk cId="2061274439" sldId="283"/>
            <ac:picMk id="14" creationId="{2E9A0C9D-411D-D4E7-918A-4A7D95E9A7D9}"/>
          </ac:picMkLst>
        </pc:picChg>
      </pc:sldChg>
      <pc:sldChg chg="addSp delSp modSp new mod setBg">
        <pc:chgData name="Chris Woodruff" userId="2dbf025665e4d94d" providerId="LiveId" clId="{B7954D88-423A-B749-AD39-9B4A89F4C93C}" dt="2024-07-31T01:45:06.011" v="321" actId="26606"/>
        <pc:sldMkLst>
          <pc:docMk/>
          <pc:sldMk cId="722483373" sldId="284"/>
        </pc:sldMkLst>
        <pc:spChg chg="mod">
          <ac:chgData name="Chris Woodruff" userId="2dbf025665e4d94d" providerId="LiveId" clId="{B7954D88-423A-B749-AD39-9B4A89F4C93C}" dt="2024-07-31T01:45:06.011" v="321" actId="26606"/>
          <ac:spMkLst>
            <pc:docMk/>
            <pc:sldMk cId="722483373" sldId="284"/>
            <ac:spMk id="2" creationId="{8D224F3A-5C72-1A54-ABF8-4121FA192826}"/>
          </ac:spMkLst>
        </pc:spChg>
        <pc:spChg chg="mod">
          <ac:chgData name="Chris Woodruff" userId="2dbf025665e4d94d" providerId="LiveId" clId="{B7954D88-423A-B749-AD39-9B4A89F4C93C}" dt="2024-07-31T01:45:06.011" v="321" actId="26606"/>
          <ac:spMkLst>
            <pc:docMk/>
            <pc:sldMk cId="722483373" sldId="284"/>
            <ac:spMk id="3" creationId="{65AC2180-2401-A644-8AC4-6E00AE5A5E32}"/>
          </ac:spMkLst>
        </pc:spChg>
        <pc:spChg chg="add">
          <ac:chgData name="Chris Woodruff" userId="2dbf025665e4d94d" providerId="LiveId" clId="{B7954D88-423A-B749-AD39-9B4A89F4C93C}" dt="2024-07-31T01:45:06.011" v="321" actId="26606"/>
          <ac:spMkLst>
            <pc:docMk/>
            <pc:sldMk cId="722483373" sldId="284"/>
            <ac:spMk id="7" creationId="{51C0BCA8-B9D5-4F84-B063-ABE683EE04E1}"/>
          </ac:spMkLst>
        </pc:spChg>
        <pc:spChg chg="add">
          <ac:chgData name="Chris Woodruff" userId="2dbf025665e4d94d" providerId="LiveId" clId="{B7954D88-423A-B749-AD39-9B4A89F4C93C}" dt="2024-07-31T01:45:06.011" v="321" actId="26606"/>
          <ac:spMkLst>
            <pc:docMk/>
            <pc:sldMk cId="722483373" sldId="284"/>
            <ac:spMk id="10" creationId="{3E12DCC6-BC83-4B12-995C-FEA02449A7B5}"/>
          </ac:spMkLst>
        </pc:spChg>
        <pc:spChg chg="add del">
          <ac:chgData name="Chris Woodruff" userId="2dbf025665e4d94d" providerId="LiveId" clId="{B7954D88-423A-B749-AD39-9B4A89F4C93C}" dt="2024-07-31T01:44:17.078" v="305" actId="26606"/>
          <ac:spMkLst>
            <pc:docMk/>
            <pc:sldMk cId="722483373" sldId="284"/>
            <ac:spMk id="11" creationId="{51C0BCA8-B9D5-4F84-B063-ABE683EE04E1}"/>
          </ac:spMkLst>
        </pc:spChg>
        <pc:spChg chg="add del">
          <ac:chgData name="Chris Woodruff" userId="2dbf025665e4d94d" providerId="LiveId" clId="{B7954D88-423A-B749-AD39-9B4A89F4C93C}" dt="2024-07-31T01:44:17.078" v="305" actId="26606"/>
          <ac:spMkLst>
            <pc:docMk/>
            <pc:sldMk cId="722483373" sldId="284"/>
            <ac:spMk id="13" creationId="{3E12DCC6-BC83-4B12-995C-FEA02449A7B5}"/>
          </ac:spMkLst>
        </pc:spChg>
        <pc:spChg chg="add del">
          <ac:chgData name="Chris Woodruff" userId="2dbf025665e4d94d" providerId="LiveId" clId="{B7954D88-423A-B749-AD39-9B4A89F4C93C}" dt="2024-07-31T01:44:50.512" v="319" actId="26606"/>
          <ac:spMkLst>
            <pc:docMk/>
            <pc:sldMk cId="722483373" sldId="284"/>
            <ac:spMk id="18" creationId="{51C0BCA8-B9D5-4F84-B063-ABE683EE04E1}"/>
          </ac:spMkLst>
        </pc:spChg>
        <pc:spChg chg="add del">
          <ac:chgData name="Chris Woodruff" userId="2dbf025665e4d94d" providerId="LiveId" clId="{B7954D88-423A-B749-AD39-9B4A89F4C93C}" dt="2024-07-31T01:44:50.512" v="319" actId="26606"/>
          <ac:spMkLst>
            <pc:docMk/>
            <pc:sldMk cId="722483373" sldId="284"/>
            <ac:spMk id="20" creationId="{3148D7B7-CAFA-4089-A365-6371A76FE4A6}"/>
          </ac:spMkLst>
        </pc:spChg>
        <pc:picChg chg="add del">
          <ac:chgData name="Chris Woodruff" userId="2dbf025665e4d94d" providerId="LiveId" clId="{B7954D88-423A-B749-AD39-9B4A89F4C93C}" dt="2024-07-31T01:44:17.078" v="305" actId="26606"/>
          <ac:picMkLst>
            <pc:docMk/>
            <pc:sldMk cId="722483373" sldId="284"/>
            <ac:picMk id="5" creationId="{205F5A72-7C62-15B6-FEFA-74078D06763A}"/>
          </ac:picMkLst>
        </pc:picChg>
        <pc:picChg chg="add">
          <ac:chgData name="Chris Woodruff" userId="2dbf025665e4d94d" providerId="LiveId" clId="{B7954D88-423A-B749-AD39-9B4A89F4C93C}" dt="2024-07-31T01:45:06.011" v="321" actId="26606"/>
          <ac:picMkLst>
            <pc:docMk/>
            <pc:sldMk cId="722483373" sldId="284"/>
            <ac:picMk id="8" creationId="{BF99FB5C-EB74-0817-74DB-FD4E716C7A0E}"/>
          </ac:picMkLst>
        </pc:picChg>
        <pc:picChg chg="add del">
          <ac:chgData name="Chris Woodruff" userId="2dbf025665e4d94d" providerId="LiveId" clId="{B7954D88-423A-B749-AD39-9B4A89F4C93C}" dt="2024-07-31T01:44:50.512" v="319" actId="26606"/>
          <ac:picMkLst>
            <pc:docMk/>
            <pc:sldMk cId="722483373" sldId="284"/>
            <ac:picMk id="19" creationId="{0797ED16-D763-A32C-0AA2-82E576EFFF32}"/>
          </ac:picMkLst>
        </pc:picChg>
        <pc:cxnChg chg="add">
          <ac:chgData name="Chris Woodruff" userId="2dbf025665e4d94d" providerId="LiveId" clId="{B7954D88-423A-B749-AD39-9B4A89F4C93C}" dt="2024-07-31T01:45:06.011" v="321" actId="26606"/>
          <ac:cxnSpMkLst>
            <pc:docMk/>
            <pc:sldMk cId="722483373" sldId="284"/>
            <ac:cxnSpMk id="6" creationId="{EAD4CCDA-06BF-4D2A-B44F-195AEC0B5B22}"/>
          </ac:cxnSpMkLst>
        </pc:cxnChg>
        <pc:cxnChg chg="add del">
          <ac:chgData name="Chris Woodruff" userId="2dbf025665e4d94d" providerId="LiveId" clId="{B7954D88-423A-B749-AD39-9B4A89F4C93C}" dt="2024-07-31T01:44:17.078" v="305" actId="26606"/>
          <ac:cxnSpMkLst>
            <pc:docMk/>
            <pc:sldMk cId="722483373" sldId="284"/>
            <ac:cxnSpMk id="9" creationId="{EAD4CCDA-06BF-4D2A-B44F-195AEC0B5B22}"/>
          </ac:cxnSpMkLst>
        </pc:cxnChg>
        <pc:cxnChg chg="add">
          <ac:chgData name="Chris Woodruff" userId="2dbf025665e4d94d" providerId="LiveId" clId="{B7954D88-423A-B749-AD39-9B4A89F4C93C}" dt="2024-07-31T01:45:06.011" v="321" actId="26606"/>
          <ac:cxnSpMkLst>
            <pc:docMk/>
            <pc:sldMk cId="722483373" sldId="284"/>
            <ac:cxnSpMk id="12" creationId="{7476E355-DC49-4AFB-88DE-62B854B9B315}"/>
          </ac:cxnSpMkLst>
        </pc:cxnChg>
        <pc:cxnChg chg="add del">
          <ac:chgData name="Chris Woodruff" userId="2dbf025665e4d94d" providerId="LiveId" clId="{B7954D88-423A-B749-AD39-9B4A89F4C93C}" dt="2024-07-31T01:44:17.078" v="305" actId="26606"/>
          <ac:cxnSpMkLst>
            <pc:docMk/>
            <pc:sldMk cId="722483373" sldId="284"/>
            <ac:cxnSpMk id="15" creationId="{7476E355-DC49-4AFB-88DE-62B854B9B315}"/>
          </ac:cxnSpMkLst>
        </pc:cxnChg>
        <pc:cxnChg chg="add del">
          <ac:chgData name="Chris Woodruff" userId="2dbf025665e4d94d" providerId="LiveId" clId="{B7954D88-423A-B749-AD39-9B4A89F4C93C}" dt="2024-07-31T01:44:50.512" v="319" actId="26606"/>
          <ac:cxnSpMkLst>
            <pc:docMk/>
            <pc:sldMk cId="722483373" sldId="284"/>
            <ac:cxnSpMk id="17" creationId="{EAD4CCDA-06BF-4D2A-B44F-195AEC0B5B22}"/>
          </ac:cxnSpMkLst>
        </pc:cxnChg>
        <pc:cxnChg chg="add del">
          <ac:chgData name="Chris Woodruff" userId="2dbf025665e4d94d" providerId="LiveId" clId="{B7954D88-423A-B749-AD39-9B4A89F4C93C}" dt="2024-07-31T01:44:50.512" v="319" actId="26606"/>
          <ac:cxnSpMkLst>
            <pc:docMk/>
            <pc:sldMk cId="722483373" sldId="284"/>
            <ac:cxnSpMk id="21" creationId="{7476E355-DC49-4AFB-88DE-62B854B9B315}"/>
          </ac:cxnSpMkLst>
        </pc:cxnChg>
      </pc:sldChg>
      <pc:sldChg chg="addSp delSp modSp new mod modClrScheme modAnim chgLayout">
        <pc:chgData name="Chris Woodruff" userId="2dbf025665e4d94d" providerId="LiveId" clId="{B7954D88-423A-B749-AD39-9B4A89F4C93C}" dt="2024-07-31T11:55:26.104" v="369"/>
        <pc:sldMkLst>
          <pc:docMk/>
          <pc:sldMk cId="3085980476" sldId="285"/>
        </pc:sldMkLst>
        <pc:spChg chg="mod ord">
          <ac:chgData name="Chris Woodruff" userId="2dbf025665e4d94d" providerId="LiveId" clId="{B7954D88-423A-B749-AD39-9B4A89F4C93C}" dt="2024-07-31T11:53:35.057" v="356" actId="700"/>
          <ac:spMkLst>
            <pc:docMk/>
            <pc:sldMk cId="3085980476" sldId="285"/>
            <ac:spMk id="2" creationId="{4E3AF4F7-B533-7BBE-7508-4BD1DB7A4A1C}"/>
          </ac:spMkLst>
        </pc:spChg>
        <pc:spChg chg="del">
          <ac:chgData name="Chris Woodruff" userId="2dbf025665e4d94d" providerId="LiveId" clId="{B7954D88-423A-B749-AD39-9B4A89F4C93C}" dt="2024-07-31T11:53:35.057" v="356" actId="700"/>
          <ac:spMkLst>
            <pc:docMk/>
            <pc:sldMk cId="3085980476" sldId="285"/>
            <ac:spMk id="3" creationId="{58B0265D-5458-35B4-C8DE-F2B315389A94}"/>
          </ac:spMkLst>
        </pc:spChg>
        <pc:spChg chg="del mod ord">
          <ac:chgData name="Chris Woodruff" userId="2dbf025665e4d94d" providerId="LiveId" clId="{B7954D88-423A-B749-AD39-9B4A89F4C93C}" dt="2024-07-31T11:53:35.057" v="356" actId="700"/>
          <ac:spMkLst>
            <pc:docMk/>
            <pc:sldMk cId="3085980476" sldId="285"/>
            <ac:spMk id="4" creationId="{2041BE1C-8189-D9CC-74A8-F025E5BD181C}"/>
          </ac:spMkLst>
        </pc:spChg>
        <pc:spChg chg="del">
          <ac:chgData name="Chris Woodruff" userId="2dbf025665e4d94d" providerId="LiveId" clId="{B7954D88-423A-B749-AD39-9B4A89F4C93C}" dt="2024-07-31T11:53:35.057" v="356" actId="700"/>
          <ac:spMkLst>
            <pc:docMk/>
            <pc:sldMk cId="3085980476" sldId="285"/>
            <ac:spMk id="5" creationId="{5EAFF798-A8FE-8EDB-DEF2-F64AF8486A04}"/>
          </ac:spMkLst>
        </pc:spChg>
        <pc:spChg chg="del">
          <ac:chgData name="Chris Woodruff" userId="2dbf025665e4d94d" providerId="LiveId" clId="{B7954D88-423A-B749-AD39-9B4A89F4C93C}" dt="2024-07-31T11:53:35.057" v="356" actId="700"/>
          <ac:spMkLst>
            <pc:docMk/>
            <pc:sldMk cId="3085980476" sldId="285"/>
            <ac:spMk id="6" creationId="{57B1C7D9-4803-A68B-972A-D3F74E16D36B}"/>
          </ac:spMkLst>
        </pc:spChg>
        <pc:spChg chg="add mod ord">
          <ac:chgData name="Chris Woodruff" userId="2dbf025665e4d94d" providerId="LiveId" clId="{B7954D88-423A-B749-AD39-9B4A89F4C93C}" dt="2024-07-31T11:55:17.656" v="367"/>
          <ac:spMkLst>
            <pc:docMk/>
            <pc:sldMk cId="3085980476" sldId="285"/>
            <ac:spMk id="7" creationId="{217230D9-CA22-5959-A8DA-6D965A6CA201}"/>
          </ac:spMkLst>
        </pc:spChg>
      </pc:sldChg>
      <pc:sldChg chg="addSp modSp add mod">
        <pc:chgData name="Chris Woodruff" userId="2dbf025665e4d94d" providerId="LiveId" clId="{B7954D88-423A-B749-AD39-9B4A89F4C93C}" dt="2024-08-02T11:08:35.498" v="1330" actId="20577"/>
        <pc:sldMkLst>
          <pc:docMk/>
          <pc:sldMk cId="3888627834" sldId="286"/>
        </pc:sldMkLst>
        <pc:spChg chg="add mod">
          <ac:chgData name="Chris Woodruff" userId="2dbf025665e4d94d" providerId="LiveId" clId="{B7954D88-423A-B749-AD39-9B4A89F4C93C}" dt="2024-08-02T11:08:35.498" v="1330" actId="20577"/>
          <ac:spMkLst>
            <pc:docMk/>
            <pc:sldMk cId="3888627834" sldId="286"/>
            <ac:spMk id="3" creationId="{62DE08D0-47CF-BDBE-A910-CE9638C3547B}"/>
          </ac:spMkLst>
        </pc:spChg>
        <pc:spChg chg="mod">
          <ac:chgData name="Chris Woodruff" userId="2dbf025665e4d94d" providerId="LiveId" clId="{B7954D88-423A-B749-AD39-9B4A89F4C93C}" dt="2024-08-02T10:43:05.861" v="1214" actId="2711"/>
          <ac:spMkLst>
            <pc:docMk/>
            <pc:sldMk cId="3888627834" sldId="286"/>
            <ac:spMk id="7" creationId="{C356D60E-2228-FB18-2E56-99903739C0D4}"/>
          </ac:spMkLst>
        </pc:spChg>
        <pc:spChg chg="mod">
          <ac:chgData name="Chris Woodruff" userId="2dbf025665e4d94d" providerId="LiveId" clId="{B7954D88-423A-B749-AD39-9B4A89F4C93C}" dt="2024-08-02T10:43:19.680" v="1217" actId="2711"/>
          <ac:spMkLst>
            <pc:docMk/>
            <pc:sldMk cId="3888627834" sldId="286"/>
            <ac:spMk id="9" creationId="{F69E2076-F46C-E6E4-279A-05EADC17454F}"/>
          </ac:spMkLst>
        </pc:spChg>
      </pc:sldChg>
      <pc:sldChg chg="addSp modSp add mod">
        <pc:chgData name="Chris Woodruff" userId="2dbf025665e4d94d" providerId="LiveId" clId="{B7954D88-423A-B749-AD39-9B4A89F4C93C}" dt="2024-08-02T11:08:50.952" v="1343" actId="20577"/>
        <pc:sldMkLst>
          <pc:docMk/>
          <pc:sldMk cId="1320352108" sldId="287"/>
        </pc:sldMkLst>
        <pc:spChg chg="add mod">
          <ac:chgData name="Chris Woodruff" userId="2dbf025665e4d94d" providerId="LiveId" clId="{B7954D88-423A-B749-AD39-9B4A89F4C93C}" dt="2024-08-02T11:08:50.952" v="1343" actId="20577"/>
          <ac:spMkLst>
            <pc:docMk/>
            <pc:sldMk cId="1320352108" sldId="287"/>
            <ac:spMk id="3" creationId="{B0FC25FC-FE91-4E4F-C188-E832555749FE}"/>
          </ac:spMkLst>
        </pc:spChg>
        <pc:spChg chg="mod">
          <ac:chgData name="Chris Woodruff" userId="2dbf025665e4d94d" providerId="LiveId" clId="{B7954D88-423A-B749-AD39-9B4A89F4C93C}" dt="2024-08-02T10:43:43.828" v="1222" actId="1076"/>
          <ac:spMkLst>
            <pc:docMk/>
            <pc:sldMk cId="1320352108" sldId="287"/>
            <ac:spMk id="6" creationId="{9F137680-D5FB-2A6C-46C6-8BBDF83BD2F0}"/>
          </ac:spMkLst>
        </pc:spChg>
        <pc:spChg chg="mod">
          <ac:chgData name="Chris Woodruff" userId="2dbf025665e4d94d" providerId="LiveId" clId="{B7954D88-423A-B749-AD39-9B4A89F4C93C}" dt="2024-08-02T10:43:56.508" v="1225" actId="27636"/>
          <ac:spMkLst>
            <pc:docMk/>
            <pc:sldMk cId="1320352108" sldId="287"/>
            <ac:spMk id="7" creationId="{C356D60E-2228-FB18-2E56-99903739C0D4}"/>
          </ac:spMkLst>
        </pc:spChg>
        <pc:spChg chg="mod">
          <ac:chgData name="Chris Woodruff" userId="2dbf025665e4d94d" providerId="LiveId" clId="{B7954D88-423A-B749-AD39-9B4A89F4C93C}" dt="2024-08-02T10:44:04.776" v="1226" actId="2711"/>
          <ac:spMkLst>
            <pc:docMk/>
            <pc:sldMk cId="1320352108" sldId="287"/>
            <ac:spMk id="9" creationId="{F69E2076-F46C-E6E4-279A-05EADC17454F}"/>
          </ac:spMkLst>
        </pc:spChg>
      </pc:sldChg>
      <pc:sldChg chg="addSp modSp add mod">
        <pc:chgData name="Chris Woodruff" userId="2dbf025665e4d94d" providerId="LiveId" clId="{B7954D88-423A-B749-AD39-9B4A89F4C93C}" dt="2024-08-02T11:09:05.174" v="1349" actId="20577"/>
        <pc:sldMkLst>
          <pc:docMk/>
          <pc:sldMk cId="2638124738" sldId="288"/>
        </pc:sldMkLst>
        <pc:spChg chg="add mod">
          <ac:chgData name="Chris Woodruff" userId="2dbf025665e4d94d" providerId="LiveId" clId="{B7954D88-423A-B749-AD39-9B4A89F4C93C}" dt="2024-08-02T11:09:05.174" v="1349" actId="20577"/>
          <ac:spMkLst>
            <pc:docMk/>
            <pc:sldMk cId="2638124738" sldId="288"/>
            <ac:spMk id="3" creationId="{9385E9B9-6224-4F0E-C49E-75D363A090C1}"/>
          </ac:spMkLst>
        </pc:spChg>
        <pc:spChg chg="mod">
          <ac:chgData name="Chris Woodruff" userId="2dbf025665e4d94d" providerId="LiveId" clId="{B7954D88-423A-B749-AD39-9B4A89F4C93C}" dt="2024-08-02T10:45:05.440" v="1228" actId="1076"/>
          <ac:spMkLst>
            <pc:docMk/>
            <pc:sldMk cId="2638124738" sldId="288"/>
            <ac:spMk id="6" creationId="{9F137680-D5FB-2A6C-46C6-8BBDF83BD2F0}"/>
          </ac:spMkLst>
        </pc:spChg>
        <pc:spChg chg="mod">
          <ac:chgData name="Chris Woodruff" userId="2dbf025665e4d94d" providerId="LiveId" clId="{B7954D88-423A-B749-AD39-9B4A89F4C93C}" dt="2024-08-02T10:45:19.916" v="1230" actId="2711"/>
          <ac:spMkLst>
            <pc:docMk/>
            <pc:sldMk cId="2638124738" sldId="288"/>
            <ac:spMk id="7" creationId="{C356D60E-2228-FB18-2E56-99903739C0D4}"/>
          </ac:spMkLst>
        </pc:spChg>
        <pc:spChg chg="mod">
          <ac:chgData name="Chris Woodruff" userId="2dbf025665e4d94d" providerId="LiveId" clId="{B7954D88-423A-B749-AD39-9B4A89F4C93C}" dt="2024-08-02T10:45:30.074" v="1232" actId="2711"/>
          <ac:spMkLst>
            <pc:docMk/>
            <pc:sldMk cId="2638124738" sldId="288"/>
            <ac:spMk id="9" creationId="{F69E2076-F46C-E6E4-279A-05EADC17454F}"/>
          </ac:spMkLst>
        </pc:spChg>
      </pc:sldChg>
      <pc:sldChg chg="addSp modSp add mod">
        <pc:chgData name="Chris Woodruff" userId="2dbf025665e4d94d" providerId="LiveId" clId="{B7954D88-423A-B749-AD39-9B4A89F4C93C}" dt="2024-08-02T11:09:28.473" v="1372" actId="20577"/>
        <pc:sldMkLst>
          <pc:docMk/>
          <pc:sldMk cId="4258150069" sldId="289"/>
        </pc:sldMkLst>
        <pc:spChg chg="add mod">
          <ac:chgData name="Chris Woodruff" userId="2dbf025665e4d94d" providerId="LiveId" clId="{B7954D88-423A-B749-AD39-9B4A89F4C93C}" dt="2024-08-02T11:09:28.473" v="1372" actId="20577"/>
          <ac:spMkLst>
            <pc:docMk/>
            <pc:sldMk cId="4258150069" sldId="289"/>
            <ac:spMk id="3" creationId="{3C179A7D-B018-DC49-1D82-621B2F555EE0}"/>
          </ac:spMkLst>
        </pc:spChg>
        <pc:spChg chg="mod">
          <ac:chgData name="Chris Woodruff" userId="2dbf025665e4d94d" providerId="LiveId" clId="{B7954D88-423A-B749-AD39-9B4A89F4C93C}" dt="2024-08-02T10:46:03.288" v="1234" actId="1076"/>
          <ac:spMkLst>
            <pc:docMk/>
            <pc:sldMk cId="4258150069" sldId="289"/>
            <ac:spMk id="6" creationId="{9F137680-D5FB-2A6C-46C6-8BBDF83BD2F0}"/>
          </ac:spMkLst>
        </pc:spChg>
        <pc:spChg chg="mod">
          <ac:chgData name="Chris Woodruff" userId="2dbf025665e4d94d" providerId="LiveId" clId="{B7954D88-423A-B749-AD39-9B4A89F4C93C}" dt="2024-08-02T10:46:24.744" v="1241" actId="27636"/>
          <ac:spMkLst>
            <pc:docMk/>
            <pc:sldMk cId="4258150069" sldId="289"/>
            <ac:spMk id="7" creationId="{C356D60E-2228-FB18-2E56-99903739C0D4}"/>
          </ac:spMkLst>
        </pc:spChg>
        <pc:spChg chg="mod">
          <ac:chgData name="Chris Woodruff" userId="2dbf025665e4d94d" providerId="LiveId" clId="{B7954D88-423A-B749-AD39-9B4A89F4C93C}" dt="2024-08-02T10:46:24.746" v="1242" actId="27636"/>
          <ac:spMkLst>
            <pc:docMk/>
            <pc:sldMk cId="4258150069" sldId="289"/>
            <ac:spMk id="9" creationId="{F69E2076-F46C-E6E4-279A-05EADC17454F}"/>
          </ac:spMkLst>
        </pc:spChg>
      </pc:sldChg>
      <pc:sldChg chg="addSp modSp add mod">
        <pc:chgData name="Chris Woodruff" userId="2dbf025665e4d94d" providerId="LiveId" clId="{B7954D88-423A-B749-AD39-9B4A89F4C93C}" dt="2024-08-02T10:47:51.888" v="1252" actId="2711"/>
        <pc:sldMkLst>
          <pc:docMk/>
          <pc:sldMk cId="3291362380" sldId="290"/>
        </pc:sldMkLst>
        <pc:spChg chg="add mod">
          <ac:chgData name="Chris Woodruff" userId="2dbf025665e4d94d" providerId="LiveId" clId="{B7954D88-423A-B749-AD39-9B4A89F4C93C}" dt="2024-08-02T10:47:51.888" v="1252" actId="2711"/>
          <ac:spMkLst>
            <pc:docMk/>
            <pc:sldMk cId="3291362380" sldId="290"/>
            <ac:spMk id="5" creationId="{9F15820B-F06F-0A56-6668-59814FCA7A6A}"/>
          </ac:spMkLst>
        </pc:spChg>
        <pc:spChg chg="mod">
          <ac:chgData name="Chris Woodruff" userId="2dbf025665e4d94d" providerId="LiveId" clId="{B7954D88-423A-B749-AD39-9B4A89F4C93C}" dt="2024-08-02T10:47:41.082" v="1250" actId="14100"/>
          <ac:spMkLst>
            <pc:docMk/>
            <pc:sldMk cId="3291362380" sldId="290"/>
            <ac:spMk id="6" creationId="{3D2DCFB6-9245-224E-A7E1-36F81A3D9213}"/>
          </ac:spMkLst>
        </pc:spChg>
      </pc:sldChg>
      <pc:sldChg chg="addSp delSp modSp new mod modClrScheme chgLayout">
        <pc:chgData name="Chris Woodruff" userId="2dbf025665e4d94d" providerId="LiveId" clId="{B7954D88-423A-B749-AD39-9B4A89F4C93C}" dt="2024-08-02T11:00:34.771" v="1280" actId="20577"/>
        <pc:sldMkLst>
          <pc:docMk/>
          <pc:sldMk cId="2478044808" sldId="291"/>
        </pc:sldMkLst>
        <pc:spChg chg="mod ord">
          <ac:chgData name="Chris Woodruff" userId="2dbf025665e4d94d" providerId="LiveId" clId="{B7954D88-423A-B749-AD39-9B4A89F4C93C}" dt="2024-08-02T10:51:55.162" v="1270" actId="27636"/>
          <ac:spMkLst>
            <pc:docMk/>
            <pc:sldMk cId="2478044808" sldId="291"/>
            <ac:spMk id="2" creationId="{6B9534F9-9B07-BE1C-8845-D43E2D2DB261}"/>
          </ac:spMkLst>
        </pc:spChg>
        <pc:spChg chg="del">
          <ac:chgData name="Chris Woodruff" userId="2dbf025665e4d94d" providerId="LiveId" clId="{B7954D88-423A-B749-AD39-9B4A89F4C93C}" dt="2024-08-01T01:05:54.646" v="516" actId="478"/>
          <ac:spMkLst>
            <pc:docMk/>
            <pc:sldMk cId="2478044808" sldId="291"/>
            <ac:spMk id="3" creationId="{D1E457EA-D3AC-BB58-0040-C01D006C3E9E}"/>
          </ac:spMkLst>
        </pc:spChg>
        <pc:spChg chg="mod ord">
          <ac:chgData name="Chris Woodruff" userId="2dbf025665e4d94d" providerId="LiveId" clId="{B7954D88-423A-B749-AD39-9B4A89F4C93C}" dt="2024-08-02T10:52:09.442" v="1273" actId="5793"/>
          <ac:spMkLst>
            <pc:docMk/>
            <pc:sldMk cId="2478044808" sldId="291"/>
            <ac:spMk id="4" creationId="{73AF2E55-E4B5-A139-DB28-69CAC15620EE}"/>
          </ac:spMkLst>
        </pc:spChg>
        <pc:spChg chg="add mod">
          <ac:chgData name="Chris Woodruff" userId="2dbf025665e4d94d" providerId="LiveId" clId="{B7954D88-423A-B749-AD39-9B4A89F4C93C}" dt="2024-08-02T11:00:34.771" v="1280" actId="20577"/>
          <ac:spMkLst>
            <pc:docMk/>
            <pc:sldMk cId="2478044808" sldId="291"/>
            <ac:spMk id="5" creationId="{84648C17-5C7E-C8EA-BE7E-F350AE2ACE6D}"/>
          </ac:spMkLst>
        </pc:spChg>
      </pc:sldChg>
      <pc:sldChg chg="addSp delSp modSp new mod modClrScheme chgLayout">
        <pc:chgData name="Chris Woodruff" userId="2dbf025665e4d94d" providerId="LiveId" clId="{B7954D88-423A-B749-AD39-9B4A89F4C93C}" dt="2024-08-02T11:01:18.270" v="1287" actId="5793"/>
        <pc:sldMkLst>
          <pc:docMk/>
          <pc:sldMk cId="1507888370" sldId="292"/>
        </pc:sldMkLst>
        <pc:spChg chg="mod ord">
          <ac:chgData name="Chris Woodruff" userId="2dbf025665e4d94d" providerId="LiveId" clId="{B7954D88-423A-B749-AD39-9B4A89F4C93C}" dt="2024-08-02T11:01:00.305" v="1283" actId="27636"/>
          <ac:spMkLst>
            <pc:docMk/>
            <pc:sldMk cId="1507888370" sldId="292"/>
            <ac:spMk id="2" creationId="{E04F86DC-4DE5-EF42-792D-CA34F4F43F2B}"/>
          </ac:spMkLst>
        </pc:spChg>
        <pc:spChg chg="del">
          <ac:chgData name="Chris Woodruff" userId="2dbf025665e4d94d" providerId="LiveId" clId="{B7954D88-423A-B749-AD39-9B4A89F4C93C}" dt="2024-08-01T01:06:00.200" v="518" actId="478"/>
          <ac:spMkLst>
            <pc:docMk/>
            <pc:sldMk cId="1507888370" sldId="292"/>
            <ac:spMk id="3" creationId="{E2D2EEE6-AD44-E73E-D38D-0B65A7FE3678}"/>
          </ac:spMkLst>
        </pc:spChg>
        <pc:spChg chg="mod ord">
          <ac:chgData name="Chris Woodruff" userId="2dbf025665e4d94d" providerId="LiveId" clId="{B7954D88-423A-B749-AD39-9B4A89F4C93C}" dt="2024-08-02T11:01:18.270" v="1287" actId="5793"/>
          <ac:spMkLst>
            <pc:docMk/>
            <pc:sldMk cId="1507888370" sldId="292"/>
            <ac:spMk id="4" creationId="{7955B169-D501-B068-DF47-F6D48C974957}"/>
          </ac:spMkLst>
        </pc:spChg>
        <pc:spChg chg="add mod">
          <ac:chgData name="Chris Woodruff" userId="2dbf025665e4d94d" providerId="LiveId" clId="{B7954D88-423A-B749-AD39-9B4A89F4C93C}" dt="2024-08-02T11:01:14.055" v="1286" actId="2711"/>
          <ac:spMkLst>
            <pc:docMk/>
            <pc:sldMk cId="1507888370" sldId="292"/>
            <ac:spMk id="5" creationId="{E11FD45F-CCAA-AA06-956B-70B6408EA2DC}"/>
          </ac:spMkLst>
        </pc:spChg>
      </pc:sldChg>
      <pc:sldChg chg="addSp delSp modSp new mod modClrScheme chgLayout">
        <pc:chgData name="Chris Woodruff" userId="2dbf025665e4d94d" providerId="LiveId" clId="{B7954D88-423A-B749-AD39-9B4A89F4C93C}" dt="2024-08-02T11:03:41.030" v="1301" actId="14100"/>
        <pc:sldMkLst>
          <pc:docMk/>
          <pc:sldMk cId="996152462" sldId="293"/>
        </pc:sldMkLst>
        <pc:spChg chg="del mod ord">
          <ac:chgData name="Chris Woodruff" userId="2dbf025665e4d94d" providerId="LiveId" clId="{B7954D88-423A-B749-AD39-9B4A89F4C93C}" dt="2024-08-02T11:03:24.619" v="1297" actId="478"/>
          <ac:spMkLst>
            <pc:docMk/>
            <pc:sldMk cId="996152462" sldId="293"/>
            <ac:spMk id="2" creationId="{C0A60C2B-216B-88FD-892E-9DEA4FFC56CE}"/>
          </ac:spMkLst>
        </pc:spChg>
        <pc:spChg chg="del">
          <ac:chgData name="Chris Woodruff" userId="2dbf025665e4d94d" providerId="LiveId" clId="{B7954D88-423A-B749-AD39-9B4A89F4C93C}" dt="2024-08-01T01:06:06.987" v="520" actId="478"/>
          <ac:spMkLst>
            <pc:docMk/>
            <pc:sldMk cId="996152462" sldId="293"/>
            <ac:spMk id="3" creationId="{E778DF71-C8DC-EE22-4902-DE4EDF123C98}"/>
          </ac:spMkLst>
        </pc:spChg>
        <pc:spChg chg="del mod ord">
          <ac:chgData name="Chris Woodruff" userId="2dbf025665e4d94d" providerId="LiveId" clId="{B7954D88-423A-B749-AD39-9B4A89F4C93C}" dt="2024-08-02T11:03:30.816" v="1299" actId="478"/>
          <ac:spMkLst>
            <pc:docMk/>
            <pc:sldMk cId="996152462" sldId="293"/>
            <ac:spMk id="4" creationId="{2BB4422B-8706-FA84-210E-BA0CE232891E}"/>
          </ac:spMkLst>
        </pc:spChg>
        <pc:spChg chg="add mod">
          <ac:chgData name="Chris Woodruff" userId="2dbf025665e4d94d" providerId="LiveId" clId="{B7954D88-423A-B749-AD39-9B4A89F4C93C}" dt="2024-08-02T11:03:41.030" v="1301" actId="14100"/>
          <ac:spMkLst>
            <pc:docMk/>
            <pc:sldMk cId="996152462" sldId="293"/>
            <ac:spMk id="5" creationId="{14F225ED-9622-A6B9-58A7-5A5D1CC3E0C0}"/>
          </ac:spMkLst>
        </pc:spChg>
        <pc:spChg chg="add del mod">
          <ac:chgData name="Chris Woodruff" userId="2dbf025665e4d94d" providerId="LiveId" clId="{B7954D88-423A-B749-AD39-9B4A89F4C93C}" dt="2024-08-02T11:03:27.725" v="1298" actId="478"/>
          <ac:spMkLst>
            <pc:docMk/>
            <pc:sldMk cId="996152462" sldId="293"/>
            <ac:spMk id="7" creationId="{E8A84E4B-3110-0C85-D647-76C5983C5CBF}"/>
          </ac:spMkLst>
        </pc:spChg>
      </pc:sldChg>
      <pc:sldChg chg="addSp delSp modSp new mod">
        <pc:chgData name="Chris Woodruff" userId="2dbf025665e4d94d" providerId="LiveId" clId="{B7954D88-423A-B749-AD39-9B4A89F4C93C}" dt="2024-08-01T01:08:30.284" v="622" actId="1035"/>
        <pc:sldMkLst>
          <pc:docMk/>
          <pc:sldMk cId="522773956" sldId="294"/>
        </pc:sldMkLst>
        <pc:spChg chg="mod">
          <ac:chgData name="Chris Woodruff" userId="2dbf025665e4d94d" providerId="LiveId" clId="{B7954D88-423A-B749-AD39-9B4A89F4C93C}" dt="2024-08-01T01:06:30.588" v="531" actId="27636"/>
          <ac:spMkLst>
            <pc:docMk/>
            <pc:sldMk cId="522773956" sldId="294"/>
            <ac:spMk id="2" creationId="{98109303-9C9E-6B18-B2B9-EF590716AB5C}"/>
          </ac:spMkLst>
        </pc:spChg>
        <pc:spChg chg="del">
          <ac:chgData name="Chris Woodruff" userId="2dbf025665e4d94d" providerId="LiveId" clId="{B7954D88-423A-B749-AD39-9B4A89F4C93C}" dt="2024-08-01T01:06:11.913" v="522" actId="478"/>
          <ac:spMkLst>
            <pc:docMk/>
            <pc:sldMk cId="522773956" sldId="294"/>
            <ac:spMk id="3" creationId="{27CA90EC-2ED3-94A1-CC68-CFD9195B0E5D}"/>
          </ac:spMkLst>
        </pc:spChg>
        <pc:spChg chg="mod">
          <ac:chgData name="Chris Woodruff" userId="2dbf025665e4d94d" providerId="LiveId" clId="{B7954D88-423A-B749-AD39-9B4A89F4C93C}" dt="2024-08-01T01:08:16.775" v="586"/>
          <ac:spMkLst>
            <pc:docMk/>
            <pc:sldMk cId="522773956" sldId="294"/>
            <ac:spMk id="4" creationId="{EAE1BABD-1BDB-4A15-2E6F-A6FBE7BD3DC8}"/>
          </ac:spMkLst>
        </pc:spChg>
        <pc:spChg chg="add mod">
          <ac:chgData name="Chris Woodruff" userId="2dbf025665e4d94d" providerId="LiveId" clId="{B7954D88-423A-B749-AD39-9B4A89F4C93C}" dt="2024-08-01T01:08:30.284" v="622" actId="1035"/>
          <ac:spMkLst>
            <pc:docMk/>
            <pc:sldMk cId="522773956" sldId="294"/>
            <ac:spMk id="5" creationId="{398F6A90-7B3C-9418-1A20-21B36F0B46D8}"/>
          </ac:spMkLst>
        </pc:spChg>
      </pc:sldChg>
      <pc:sldChg chg="addSp delSp modSp new mod modClrScheme chgLayout modNotesTx">
        <pc:chgData name="Chris Woodruff" userId="2dbf025665e4d94d" providerId="LiveId" clId="{B7954D88-423A-B749-AD39-9B4A89F4C93C}" dt="2024-08-02T10:41:55.048" v="1206" actId="1076"/>
        <pc:sldMkLst>
          <pc:docMk/>
          <pc:sldMk cId="1632467707" sldId="295"/>
        </pc:sldMkLst>
        <pc:spChg chg="del mod ord">
          <ac:chgData name="Chris Woodruff" userId="2dbf025665e4d94d" providerId="LiveId" clId="{B7954D88-423A-B749-AD39-9B4A89F4C93C}" dt="2024-08-01T01:18:35.770" v="646" actId="700"/>
          <ac:spMkLst>
            <pc:docMk/>
            <pc:sldMk cId="1632467707" sldId="295"/>
            <ac:spMk id="2" creationId="{06246DCD-07EF-6940-79EB-7D3A9AA599B4}"/>
          </ac:spMkLst>
        </pc:spChg>
        <pc:spChg chg="del mod ord">
          <ac:chgData name="Chris Woodruff" userId="2dbf025665e4d94d" providerId="LiveId" clId="{B7954D88-423A-B749-AD39-9B4A89F4C93C}" dt="2024-08-01T01:18:35.770" v="646" actId="700"/>
          <ac:spMkLst>
            <pc:docMk/>
            <pc:sldMk cId="1632467707" sldId="295"/>
            <ac:spMk id="3" creationId="{0FF35F30-AA3B-2B2B-C664-5563A185A86B}"/>
          </ac:spMkLst>
        </pc:spChg>
        <pc:spChg chg="add mod ord">
          <ac:chgData name="Chris Woodruff" userId="2dbf025665e4d94d" providerId="LiveId" clId="{B7954D88-423A-B749-AD39-9B4A89F4C93C}" dt="2024-08-01T01:18:46.454" v="647"/>
          <ac:spMkLst>
            <pc:docMk/>
            <pc:sldMk cId="1632467707" sldId="295"/>
            <ac:spMk id="4" creationId="{D36A9B07-95BB-C4DD-E48D-AFD87280B444}"/>
          </ac:spMkLst>
        </pc:spChg>
        <pc:spChg chg="add del mod ord">
          <ac:chgData name="Chris Woodruff" userId="2dbf025665e4d94d" providerId="LiveId" clId="{B7954D88-423A-B749-AD39-9B4A89F4C93C}" dt="2024-08-01T01:18:53.669" v="648" actId="478"/>
          <ac:spMkLst>
            <pc:docMk/>
            <pc:sldMk cId="1632467707" sldId="295"/>
            <ac:spMk id="5" creationId="{A33D1C30-5EDF-C33C-492E-AF2F1D3A9DB6}"/>
          </ac:spMkLst>
        </pc:spChg>
        <pc:spChg chg="add mod ord">
          <ac:chgData name="Chris Woodruff" userId="2dbf025665e4d94d" providerId="LiveId" clId="{B7954D88-423A-B749-AD39-9B4A89F4C93C}" dt="2024-08-01T01:18:35.770" v="646" actId="700"/>
          <ac:spMkLst>
            <pc:docMk/>
            <pc:sldMk cId="1632467707" sldId="295"/>
            <ac:spMk id="6" creationId="{D4A25E3A-9968-8376-39A8-3F0565140C6F}"/>
          </ac:spMkLst>
        </pc:spChg>
        <pc:spChg chg="add mod">
          <ac:chgData name="Chris Woodruff" userId="2dbf025665e4d94d" providerId="LiveId" clId="{B7954D88-423A-B749-AD39-9B4A89F4C93C}" dt="2024-08-02T10:41:55.048" v="1206" actId="1076"/>
          <ac:spMkLst>
            <pc:docMk/>
            <pc:sldMk cId="1632467707" sldId="295"/>
            <ac:spMk id="8" creationId="{29946D77-87CF-A6FC-8577-4B3CCE6E0D50}"/>
          </ac:spMkLst>
        </pc:spChg>
      </pc:sldChg>
      <pc:sldChg chg="modSp new mod">
        <pc:chgData name="Chris Woodruff" userId="2dbf025665e4d94d" providerId="LiveId" clId="{B7954D88-423A-B749-AD39-9B4A89F4C93C}" dt="2024-08-01T01:23:31.356" v="679"/>
        <pc:sldMkLst>
          <pc:docMk/>
          <pc:sldMk cId="3106544600" sldId="296"/>
        </pc:sldMkLst>
        <pc:spChg chg="mod">
          <ac:chgData name="Chris Woodruff" userId="2dbf025665e4d94d" providerId="LiveId" clId="{B7954D88-423A-B749-AD39-9B4A89F4C93C}" dt="2024-08-01T01:23:31.356" v="679"/>
          <ac:spMkLst>
            <pc:docMk/>
            <pc:sldMk cId="3106544600" sldId="296"/>
            <ac:spMk id="2" creationId="{8671CDFB-1571-EF22-C841-51D6E15A8356}"/>
          </ac:spMkLst>
        </pc:spChg>
        <pc:spChg chg="mod">
          <ac:chgData name="Chris Woodruff" userId="2dbf025665e4d94d" providerId="LiveId" clId="{B7954D88-423A-B749-AD39-9B4A89F4C93C}" dt="2024-08-01T01:23:10.699" v="678" actId="20577"/>
          <ac:spMkLst>
            <pc:docMk/>
            <pc:sldMk cId="3106544600" sldId="296"/>
            <ac:spMk id="3" creationId="{33CA3581-8622-A132-4DD8-2FE7D89509FD}"/>
          </ac:spMkLst>
        </pc:spChg>
        <pc:spChg chg="mod">
          <ac:chgData name="Chris Woodruff" userId="2dbf025665e4d94d" providerId="LiveId" clId="{B7954D88-423A-B749-AD39-9B4A89F4C93C}" dt="2024-08-01T01:22:31.991" v="670"/>
          <ac:spMkLst>
            <pc:docMk/>
            <pc:sldMk cId="3106544600" sldId="296"/>
            <ac:spMk id="4" creationId="{85A706DA-0BC2-E55B-DF0C-C6B0B9508D45}"/>
          </ac:spMkLst>
        </pc:spChg>
      </pc:sldChg>
      <pc:sldChg chg="addSp delSp modSp new mod modClrScheme chgLayout">
        <pc:chgData name="Chris Woodruff" userId="2dbf025665e4d94d" providerId="LiveId" clId="{B7954D88-423A-B749-AD39-9B4A89F4C93C}" dt="2024-08-02T01:30:23.958" v="1140" actId="1076"/>
        <pc:sldMkLst>
          <pc:docMk/>
          <pc:sldMk cId="3425291822" sldId="297"/>
        </pc:sldMkLst>
        <pc:spChg chg="del mod ord">
          <ac:chgData name="Chris Woodruff" userId="2dbf025665e4d94d" providerId="LiveId" clId="{B7954D88-423A-B749-AD39-9B4A89F4C93C}" dt="2024-08-02T01:18:07.851" v="1088" actId="700"/>
          <ac:spMkLst>
            <pc:docMk/>
            <pc:sldMk cId="3425291822" sldId="297"/>
            <ac:spMk id="2" creationId="{3E94108A-6D1A-DA22-36C3-42340C6FF3AB}"/>
          </ac:spMkLst>
        </pc:spChg>
        <pc:spChg chg="del">
          <ac:chgData name="Chris Woodruff" userId="2dbf025665e4d94d" providerId="LiveId" clId="{B7954D88-423A-B749-AD39-9B4A89F4C93C}" dt="2024-08-02T01:18:07.851" v="1088" actId="700"/>
          <ac:spMkLst>
            <pc:docMk/>
            <pc:sldMk cId="3425291822" sldId="297"/>
            <ac:spMk id="3" creationId="{1F37EEB1-4CF3-B291-10F6-499FAE1F3194}"/>
          </ac:spMkLst>
        </pc:spChg>
        <pc:spChg chg="del mod ord">
          <ac:chgData name="Chris Woodruff" userId="2dbf025665e4d94d" providerId="LiveId" clId="{B7954D88-423A-B749-AD39-9B4A89F4C93C}" dt="2024-08-02T01:18:07.851" v="1088" actId="700"/>
          <ac:spMkLst>
            <pc:docMk/>
            <pc:sldMk cId="3425291822" sldId="297"/>
            <ac:spMk id="4" creationId="{15AB6AF9-4053-3B9A-0EEC-F9662BA34AA6}"/>
          </ac:spMkLst>
        </pc:spChg>
        <pc:spChg chg="add mod ord">
          <ac:chgData name="Chris Woodruff" userId="2dbf025665e4d94d" providerId="LiveId" clId="{B7954D88-423A-B749-AD39-9B4A89F4C93C}" dt="2024-08-02T01:18:54.547" v="1124" actId="14100"/>
          <ac:spMkLst>
            <pc:docMk/>
            <pc:sldMk cId="3425291822" sldId="297"/>
            <ac:spMk id="5" creationId="{29CD1D0A-685F-4B88-6BB2-AA70DB5639D0}"/>
          </ac:spMkLst>
        </pc:spChg>
        <pc:spChg chg="add mod ord">
          <ac:chgData name="Chris Woodruff" userId="2dbf025665e4d94d" providerId="LiveId" clId="{B7954D88-423A-B749-AD39-9B4A89F4C93C}" dt="2024-08-02T01:30:23.958" v="1140" actId="1076"/>
          <ac:spMkLst>
            <pc:docMk/>
            <pc:sldMk cId="3425291822" sldId="297"/>
            <ac:spMk id="6" creationId="{A4812CB3-B013-C983-07D8-F1195F16C9EA}"/>
          </ac:spMkLst>
        </pc:spChg>
        <pc:picChg chg="add del mod">
          <ac:chgData name="Chris Woodruff" userId="2dbf025665e4d94d" providerId="LiveId" clId="{B7954D88-423A-B749-AD39-9B4A89F4C93C}" dt="2024-08-02T01:29:34.468" v="1130" actId="478"/>
          <ac:picMkLst>
            <pc:docMk/>
            <pc:sldMk cId="3425291822" sldId="297"/>
            <ac:picMk id="8" creationId="{E9EE92A5-5283-BBB8-8220-4F30CECF12CF}"/>
          </ac:picMkLst>
        </pc:picChg>
        <pc:picChg chg="add mod">
          <ac:chgData name="Chris Woodruff" userId="2dbf025665e4d94d" providerId="LiveId" clId="{B7954D88-423A-B749-AD39-9B4A89F4C93C}" dt="2024-08-02T01:29:45.084" v="1136" actId="1076"/>
          <ac:picMkLst>
            <pc:docMk/>
            <pc:sldMk cId="3425291822" sldId="297"/>
            <ac:picMk id="10" creationId="{DFC38D3D-2B14-886E-6AEC-583DBBD4F3E9}"/>
          </ac:picMkLst>
        </pc:picChg>
      </pc:sldChg>
      <pc:sldChg chg="addSp delSp modSp add mod ord modClrScheme chgLayout">
        <pc:chgData name="Chris Woodruff" userId="2dbf025665e4d94d" providerId="LiveId" clId="{B7954D88-423A-B749-AD39-9B4A89F4C93C}" dt="2024-08-02T11:04:29.963" v="1302" actId="20578"/>
        <pc:sldMkLst>
          <pc:docMk/>
          <pc:sldMk cId="3116568462" sldId="298"/>
        </pc:sldMkLst>
        <pc:spChg chg="mod ord">
          <ac:chgData name="Chris Woodruff" userId="2dbf025665e4d94d" providerId="LiveId" clId="{B7954D88-423A-B749-AD39-9B4A89F4C93C}" dt="2024-08-02T11:03:17.396" v="1296" actId="27636"/>
          <ac:spMkLst>
            <pc:docMk/>
            <pc:sldMk cId="3116568462" sldId="298"/>
            <ac:spMk id="2" creationId="{C0A60C2B-216B-88FD-892E-9DEA4FFC56CE}"/>
          </ac:spMkLst>
        </pc:spChg>
        <pc:spChg chg="add mod ord">
          <ac:chgData name="Chris Woodruff" userId="2dbf025665e4d94d" providerId="LiveId" clId="{B7954D88-423A-B749-AD39-9B4A89F4C93C}" dt="2024-08-02T11:03:17.373" v="1295" actId="700"/>
          <ac:spMkLst>
            <pc:docMk/>
            <pc:sldMk cId="3116568462" sldId="298"/>
            <ac:spMk id="3" creationId="{50AF385F-4DF8-1B17-27C9-54DC1BC5850A}"/>
          </ac:spMkLst>
        </pc:spChg>
        <pc:spChg chg="mod ord">
          <ac:chgData name="Chris Woodruff" userId="2dbf025665e4d94d" providerId="LiveId" clId="{B7954D88-423A-B749-AD39-9B4A89F4C93C}" dt="2024-08-02T11:03:17.373" v="1295" actId="700"/>
          <ac:spMkLst>
            <pc:docMk/>
            <pc:sldMk cId="3116568462" sldId="298"/>
            <ac:spMk id="4" creationId="{2BB4422B-8706-FA84-210E-BA0CE232891E}"/>
          </ac:spMkLst>
        </pc:spChg>
        <pc:spChg chg="del">
          <ac:chgData name="Chris Woodruff" userId="2dbf025665e4d94d" providerId="LiveId" clId="{B7954D88-423A-B749-AD39-9B4A89F4C93C}" dt="2024-08-02T11:03:04.309" v="1294" actId="478"/>
          <ac:spMkLst>
            <pc:docMk/>
            <pc:sldMk cId="3116568462" sldId="298"/>
            <ac:spMk id="5" creationId="{14F225ED-9622-A6B9-58A7-5A5D1CC3E0C0}"/>
          </ac:spMkLst>
        </pc:spChg>
      </pc:sldChg>
      <pc:sldMasterChg chg="add del addSldLayout delSldLayout">
        <pc:chgData name="Chris Woodruff" userId="2dbf025665e4d94d" providerId="LiveId" clId="{B7954D88-423A-B749-AD39-9B4A89F4C93C}" dt="2024-07-17T00:30:40.231" v="45" actId="26606"/>
        <pc:sldMasterMkLst>
          <pc:docMk/>
          <pc:sldMasterMk cId="3191878984" sldId="2147483660"/>
        </pc:sldMasterMkLst>
        <pc:sldLayoutChg chg="add del">
          <pc:chgData name="Chris Woodruff" userId="2dbf025665e4d94d" providerId="LiveId" clId="{B7954D88-423A-B749-AD39-9B4A89F4C93C}" dt="2024-07-17T00:30:40.231" v="45" actId="26606"/>
          <pc:sldLayoutMkLst>
            <pc:docMk/>
            <pc:sldMasterMk cId="3191878984" sldId="2147483660"/>
            <pc:sldLayoutMk cId="686426819" sldId="2147483661"/>
          </pc:sldLayoutMkLst>
        </pc:sldLayoutChg>
        <pc:sldLayoutChg chg="add del">
          <pc:chgData name="Chris Woodruff" userId="2dbf025665e4d94d" providerId="LiveId" clId="{B7954D88-423A-B749-AD39-9B4A89F4C93C}" dt="2024-07-17T00:30:40.231" v="45" actId="26606"/>
          <pc:sldLayoutMkLst>
            <pc:docMk/>
            <pc:sldMasterMk cId="3191878984" sldId="2147483660"/>
            <pc:sldLayoutMk cId="1424722108" sldId="2147483662"/>
          </pc:sldLayoutMkLst>
        </pc:sldLayoutChg>
        <pc:sldLayoutChg chg="add del">
          <pc:chgData name="Chris Woodruff" userId="2dbf025665e4d94d" providerId="LiveId" clId="{B7954D88-423A-B749-AD39-9B4A89F4C93C}" dt="2024-07-17T00:30:40.231" v="45" actId="26606"/>
          <pc:sldLayoutMkLst>
            <pc:docMk/>
            <pc:sldMasterMk cId="3191878984" sldId="2147483660"/>
            <pc:sldLayoutMk cId="885961152" sldId="2147483663"/>
          </pc:sldLayoutMkLst>
        </pc:sldLayoutChg>
        <pc:sldLayoutChg chg="add del">
          <pc:chgData name="Chris Woodruff" userId="2dbf025665e4d94d" providerId="LiveId" clId="{B7954D88-423A-B749-AD39-9B4A89F4C93C}" dt="2024-07-17T00:30:40.231" v="45" actId="26606"/>
          <pc:sldLayoutMkLst>
            <pc:docMk/>
            <pc:sldMasterMk cId="3191878984" sldId="2147483660"/>
            <pc:sldLayoutMk cId="2354765470" sldId="2147483664"/>
          </pc:sldLayoutMkLst>
        </pc:sldLayoutChg>
        <pc:sldLayoutChg chg="add del">
          <pc:chgData name="Chris Woodruff" userId="2dbf025665e4d94d" providerId="LiveId" clId="{B7954D88-423A-B749-AD39-9B4A89F4C93C}" dt="2024-07-17T00:30:40.231" v="45" actId="26606"/>
          <pc:sldLayoutMkLst>
            <pc:docMk/>
            <pc:sldMasterMk cId="3191878984" sldId="2147483660"/>
            <pc:sldLayoutMk cId="1482419710" sldId="2147483665"/>
          </pc:sldLayoutMkLst>
        </pc:sldLayoutChg>
        <pc:sldLayoutChg chg="add del">
          <pc:chgData name="Chris Woodruff" userId="2dbf025665e4d94d" providerId="LiveId" clId="{B7954D88-423A-B749-AD39-9B4A89F4C93C}" dt="2024-07-17T00:30:40.231" v="45" actId="26606"/>
          <pc:sldLayoutMkLst>
            <pc:docMk/>
            <pc:sldMasterMk cId="3191878984" sldId="2147483660"/>
            <pc:sldLayoutMk cId="2638130626" sldId="2147483666"/>
          </pc:sldLayoutMkLst>
        </pc:sldLayoutChg>
        <pc:sldLayoutChg chg="add del">
          <pc:chgData name="Chris Woodruff" userId="2dbf025665e4d94d" providerId="LiveId" clId="{B7954D88-423A-B749-AD39-9B4A89F4C93C}" dt="2024-07-17T00:30:40.231" v="45" actId="26606"/>
          <pc:sldLayoutMkLst>
            <pc:docMk/>
            <pc:sldMasterMk cId="3191878984" sldId="2147483660"/>
            <pc:sldLayoutMk cId="1922337428" sldId="2147483667"/>
          </pc:sldLayoutMkLst>
        </pc:sldLayoutChg>
        <pc:sldLayoutChg chg="add del">
          <pc:chgData name="Chris Woodruff" userId="2dbf025665e4d94d" providerId="LiveId" clId="{B7954D88-423A-B749-AD39-9B4A89F4C93C}" dt="2024-07-17T00:30:40.231" v="45" actId="26606"/>
          <pc:sldLayoutMkLst>
            <pc:docMk/>
            <pc:sldMasterMk cId="3191878984" sldId="2147483660"/>
            <pc:sldLayoutMk cId="130557989" sldId="2147483668"/>
          </pc:sldLayoutMkLst>
        </pc:sldLayoutChg>
        <pc:sldLayoutChg chg="add del">
          <pc:chgData name="Chris Woodruff" userId="2dbf025665e4d94d" providerId="LiveId" clId="{B7954D88-423A-B749-AD39-9B4A89F4C93C}" dt="2024-07-17T00:30:40.231" v="45" actId="26606"/>
          <pc:sldLayoutMkLst>
            <pc:docMk/>
            <pc:sldMasterMk cId="3191878984" sldId="2147483660"/>
            <pc:sldLayoutMk cId="2126353233" sldId="2147483669"/>
          </pc:sldLayoutMkLst>
        </pc:sldLayoutChg>
        <pc:sldLayoutChg chg="add del">
          <pc:chgData name="Chris Woodruff" userId="2dbf025665e4d94d" providerId="LiveId" clId="{B7954D88-423A-B749-AD39-9B4A89F4C93C}" dt="2024-07-17T00:30:40.231" v="45" actId="26606"/>
          <pc:sldLayoutMkLst>
            <pc:docMk/>
            <pc:sldMasterMk cId="3191878984" sldId="2147483660"/>
            <pc:sldLayoutMk cId="3584356027" sldId="2147483670"/>
          </pc:sldLayoutMkLst>
        </pc:sldLayoutChg>
        <pc:sldLayoutChg chg="add del">
          <pc:chgData name="Chris Woodruff" userId="2dbf025665e4d94d" providerId="LiveId" clId="{B7954D88-423A-B749-AD39-9B4A89F4C93C}" dt="2024-07-17T00:30:40.231" v="45" actId="26606"/>
          <pc:sldLayoutMkLst>
            <pc:docMk/>
            <pc:sldMasterMk cId="3191878984" sldId="2147483660"/>
            <pc:sldLayoutMk cId="428072407" sldId="2147483671"/>
          </pc:sldLayoutMkLst>
        </pc:sldLayoutChg>
      </pc:sldMasterChg>
      <pc:sldMasterChg chg="add del replId addSldLayout delSldLayout">
        <pc:chgData name="Chris Woodruff" userId="2dbf025665e4d94d" providerId="LiveId" clId="{B7954D88-423A-B749-AD39-9B4A89F4C93C}" dt="2024-07-17T00:30:25.465" v="42" actId="26606"/>
        <pc:sldMasterMkLst>
          <pc:docMk/>
          <pc:sldMasterMk cId="2540085369" sldId="2147483672"/>
        </pc:sldMasterMkLst>
        <pc:sldLayoutChg chg="add del">
          <pc:chgData name="Chris Woodruff" userId="2dbf025665e4d94d" providerId="LiveId" clId="{B7954D88-423A-B749-AD39-9B4A89F4C93C}" dt="2024-07-17T00:30:25.465" v="42" actId="26606"/>
          <pc:sldLayoutMkLst>
            <pc:docMk/>
            <pc:sldMasterMk cId="2540085369" sldId="2147483672"/>
            <pc:sldLayoutMk cId="871950164" sldId="2147483673"/>
          </pc:sldLayoutMkLst>
        </pc:sldLayoutChg>
        <pc:sldLayoutChg chg="add del replId">
          <pc:chgData name="Chris Woodruff" userId="2dbf025665e4d94d" providerId="LiveId" clId="{B7954D88-423A-B749-AD39-9B4A89F4C93C}" dt="2024-07-17T00:30:25.465" v="42" actId="26606"/>
          <pc:sldLayoutMkLst>
            <pc:docMk/>
            <pc:sldMasterMk cId="2540085369" sldId="2147483672"/>
            <pc:sldLayoutMk cId="2666340174" sldId="2147483674"/>
          </pc:sldLayoutMkLst>
        </pc:sldLayoutChg>
        <pc:sldLayoutChg chg="add del replId">
          <pc:chgData name="Chris Woodruff" userId="2dbf025665e4d94d" providerId="LiveId" clId="{B7954D88-423A-B749-AD39-9B4A89F4C93C}" dt="2024-07-17T00:30:25.465" v="42" actId="26606"/>
          <pc:sldLayoutMkLst>
            <pc:docMk/>
            <pc:sldMasterMk cId="2540085369" sldId="2147483672"/>
            <pc:sldLayoutMk cId="4172099422" sldId="2147483675"/>
          </pc:sldLayoutMkLst>
        </pc:sldLayoutChg>
        <pc:sldLayoutChg chg="add del replId">
          <pc:chgData name="Chris Woodruff" userId="2dbf025665e4d94d" providerId="LiveId" clId="{B7954D88-423A-B749-AD39-9B4A89F4C93C}" dt="2024-07-17T00:30:25.465" v="42" actId="26606"/>
          <pc:sldLayoutMkLst>
            <pc:docMk/>
            <pc:sldMasterMk cId="2540085369" sldId="2147483672"/>
            <pc:sldLayoutMk cId="3759903891" sldId="2147483676"/>
          </pc:sldLayoutMkLst>
        </pc:sldLayoutChg>
        <pc:sldLayoutChg chg="add del replId">
          <pc:chgData name="Chris Woodruff" userId="2dbf025665e4d94d" providerId="LiveId" clId="{B7954D88-423A-B749-AD39-9B4A89F4C93C}" dt="2024-07-17T00:30:25.465" v="42" actId="26606"/>
          <pc:sldLayoutMkLst>
            <pc:docMk/>
            <pc:sldMasterMk cId="2540085369" sldId="2147483672"/>
            <pc:sldLayoutMk cId="1625007315" sldId="2147483677"/>
          </pc:sldLayoutMkLst>
        </pc:sldLayoutChg>
        <pc:sldLayoutChg chg="add del replId">
          <pc:chgData name="Chris Woodruff" userId="2dbf025665e4d94d" providerId="LiveId" clId="{B7954D88-423A-B749-AD39-9B4A89F4C93C}" dt="2024-07-17T00:30:25.465" v="42" actId="26606"/>
          <pc:sldLayoutMkLst>
            <pc:docMk/>
            <pc:sldMasterMk cId="2540085369" sldId="2147483672"/>
            <pc:sldLayoutMk cId="2568914905" sldId="2147483678"/>
          </pc:sldLayoutMkLst>
        </pc:sldLayoutChg>
        <pc:sldLayoutChg chg="add del replId">
          <pc:chgData name="Chris Woodruff" userId="2dbf025665e4d94d" providerId="LiveId" clId="{B7954D88-423A-B749-AD39-9B4A89F4C93C}" dt="2024-07-17T00:30:25.465" v="42" actId="26606"/>
          <pc:sldLayoutMkLst>
            <pc:docMk/>
            <pc:sldMasterMk cId="2540085369" sldId="2147483672"/>
            <pc:sldLayoutMk cId="1913483516" sldId="2147483679"/>
          </pc:sldLayoutMkLst>
        </pc:sldLayoutChg>
        <pc:sldLayoutChg chg="add del replId">
          <pc:chgData name="Chris Woodruff" userId="2dbf025665e4d94d" providerId="LiveId" clId="{B7954D88-423A-B749-AD39-9B4A89F4C93C}" dt="2024-07-17T00:30:25.465" v="42" actId="26606"/>
          <pc:sldLayoutMkLst>
            <pc:docMk/>
            <pc:sldMasterMk cId="2540085369" sldId="2147483672"/>
            <pc:sldLayoutMk cId="3291481613" sldId="2147483680"/>
          </pc:sldLayoutMkLst>
        </pc:sldLayoutChg>
        <pc:sldLayoutChg chg="add del replId">
          <pc:chgData name="Chris Woodruff" userId="2dbf025665e4d94d" providerId="LiveId" clId="{B7954D88-423A-B749-AD39-9B4A89F4C93C}" dt="2024-07-17T00:30:25.465" v="42" actId="26606"/>
          <pc:sldLayoutMkLst>
            <pc:docMk/>
            <pc:sldMasterMk cId="2540085369" sldId="2147483672"/>
            <pc:sldLayoutMk cId="797685211" sldId="2147483681"/>
          </pc:sldLayoutMkLst>
        </pc:sldLayoutChg>
        <pc:sldLayoutChg chg="add del replId">
          <pc:chgData name="Chris Woodruff" userId="2dbf025665e4d94d" providerId="LiveId" clId="{B7954D88-423A-B749-AD39-9B4A89F4C93C}" dt="2024-07-17T00:30:25.465" v="42" actId="26606"/>
          <pc:sldLayoutMkLst>
            <pc:docMk/>
            <pc:sldMasterMk cId="2540085369" sldId="2147483672"/>
            <pc:sldLayoutMk cId="1414919468" sldId="2147483682"/>
          </pc:sldLayoutMkLst>
        </pc:sldLayoutChg>
        <pc:sldLayoutChg chg="add del replId">
          <pc:chgData name="Chris Woodruff" userId="2dbf025665e4d94d" providerId="LiveId" clId="{B7954D88-423A-B749-AD39-9B4A89F4C93C}" dt="2024-07-17T00:30:25.465" v="42" actId="26606"/>
          <pc:sldLayoutMkLst>
            <pc:docMk/>
            <pc:sldMasterMk cId="2540085369" sldId="2147483672"/>
            <pc:sldLayoutMk cId="2602516354" sldId="2147483683"/>
          </pc:sldLayoutMkLst>
        </pc:sldLayoutChg>
      </pc:sldMasterChg>
      <pc:sldMasterChg chg="add del addSldLayout delSldLayout">
        <pc:chgData name="Chris Woodruff" userId="2dbf025665e4d94d" providerId="LiveId" clId="{B7954D88-423A-B749-AD39-9B4A89F4C93C}" dt="2024-07-17T00:30:40.202" v="44" actId="26606"/>
        <pc:sldMasterMkLst>
          <pc:docMk/>
          <pc:sldMasterMk cId="1288145620" sldId="2147483698"/>
        </pc:sldMasterMkLst>
        <pc:sldLayoutChg chg="add del">
          <pc:chgData name="Chris Woodruff" userId="2dbf025665e4d94d" providerId="LiveId" clId="{B7954D88-423A-B749-AD39-9B4A89F4C93C}" dt="2024-07-17T00:30:40.202" v="44" actId="26606"/>
          <pc:sldLayoutMkLst>
            <pc:docMk/>
            <pc:sldMasterMk cId="1288145620" sldId="2147483698"/>
            <pc:sldLayoutMk cId="1156190110" sldId="2147483687"/>
          </pc:sldLayoutMkLst>
        </pc:sldLayoutChg>
        <pc:sldLayoutChg chg="add del">
          <pc:chgData name="Chris Woodruff" userId="2dbf025665e4d94d" providerId="LiveId" clId="{B7954D88-423A-B749-AD39-9B4A89F4C93C}" dt="2024-07-17T00:30:40.202" v="44" actId="26606"/>
          <pc:sldLayoutMkLst>
            <pc:docMk/>
            <pc:sldMasterMk cId="1288145620" sldId="2147483698"/>
            <pc:sldLayoutMk cId="261545509" sldId="2147483688"/>
          </pc:sldLayoutMkLst>
        </pc:sldLayoutChg>
        <pc:sldLayoutChg chg="add del">
          <pc:chgData name="Chris Woodruff" userId="2dbf025665e4d94d" providerId="LiveId" clId="{B7954D88-423A-B749-AD39-9B4A89F4C93C}" dt="2024-07-17T00:30:40.202" v="44" actId="26606"/>
          <pc:sldLayoutMkLst>
            <pc:docMk/>
            <pc:sldMasterMk cId="1288145620" sldId="2147483698"/>
            <pc:sldLayoutMk cId="92767445" sldId="2147483689"/>
          </pc:sldLayoutMkLst>
        </pc:sldLayoutChg>
        <pc:sldLayoutChg chg="add del">
          <pc:chgData name="Chris Woodruff" userId="2dbf025665e4d94d" providerId="LiveId" clId="{B7954D88-423A-B749-AD39-9B4A89F4C93C}" dt="2024-07-17T00:30:40.202" v="44" actId="26606"/>
          <pc:sldLayoutMkLst>
            <pc:docMk/>
            <pc:sldMasterMk cId="1288145620" sldId="2147483698"/>
            <pc:sldLayoutMk cId="4087632460" sldId="2147483690"/>
          </pc:sldLayoutMkLst>
        </pc:sldLayoutChg>
        <pc:sldLayoutChg chg="add del">
          <pc:chgData name="Chris Woodruff" userId="2dbf025665e4d94d" providerId="LiveId" clId="{B7954D88-423A-B749-AD39-9B4A89F4C93C}" dt="2024-07-17T00:30:40.202" v="44" actId="26606"/>
          <pc:sldLayoutMkLst>
            <pc:docMk/>
            <pc:sldMasterMk cId="1288145620" sldId="2147483698"/>
            <pc:sldLayoutMk cId="2650013142" sldId="2147483691"/>
          </pc:sldLayoutMkLst>
        </pc:sldLayoutChg>
        <pc:sldLayoutChg chg="add del">
          <pc:chgData name="Chris Woodruff" userId="2dbf025665e4d94d" providerId="LiveId" clId="{B7954D88-423A-B749-AD39-9B4A89F4C93C}" dt="2024-07-17T00:30:40.202" v="44" actId="26606"/>
          <pc:sldLayoutMkLst>
            <pc:docMk/>
            <pc:sldMasterMk cId="1288145620" sldId="2147483698"/>
            <pc:sldLayoutMk cId="3746493894" sldId="2147483692"/>
          </pc:sldLayoutMkLst>
        </pc:sldLayoutChg>
        <pc:sldLayoutChg chg="add del">
          <pc:chgData name="Chris Woodruff" userId="2dbf025665e4d94d" providerId="LiveId" clId="{B7954D88-423A-B749-AD39-9B4A89F4C93C}" dt="2024-07-17T00:30:40.202" v="44" actId="26606"/>
          <pc:sldLayoutMkLst>
            <pc:docMk/>
            <pc:sldMasterMk cId="1288145620" sldId="2147483698"/>
            <pc:sldLayoutMk cId="4209571979" sldId="2147483693"/>
          </pc:sldLayoutMkLst>
        </pc:sldLayoutChg>
        <pc:sldLayoutChg chg="add del">
          <pc:chgData name="Chris Woodruff" userId="2dbf025665e4d94d" providerId="LiveId" clId="{B7954D88-423A-B749-AD39-9B4A89F4C93C}" dt="2024-07-17T00:30:40.202" v="44" actId="26606"/>
          <pc:sldLayoutMkLst>
            <pc:docMk/>
            <pc:sldMasterMk cId="1288145620" sldId="2147483698"/>
            <pc:sldLayoutMk cId="4018886563" sldId="2147483694"/>
          </pc:sldLayoutMkLst>
        </pc:sldLayoutChg>
        <pc:sldLayoutChg chg="add del">
          <pc:chgData name="Chris Woodruff" userId="2dbf025665e4d94d" providerId="LiveId" clId="{B7954D88-423A-B749-AD39-9B4A89F4C93C}" dt="2024-07-17T00:30:40.202" v="44" actId="26606"/>
          <pc:sldLayoutMkLst>
            <pc:docMk/>
            <pc:sldMasterMk cId="1288145620" sldId="2147483698"/>
            <pc:sldLayoutMk cId="510400470" sldId="2147483695"/>
          </pc:sldLayoutMkLst>
        </pc:sldLayoutChg>
        <pc:sldLayoutChg chg="add del">
          <pc:chgData name="Chris Woodruff" userId="2dbf025665e4d94d" providerId="LiveId" clId="{B7954D88-423A-B749-AD39-9B4A89F4C93C}" dt="2024-07-17T00:30:40.202" v="44" actId="26606"/>
          <pc:sldLayoutMkLst>
            <pc:docMk/>
            <pc:sldMasterMk cId="1288145620" sldId="2147483698"/>
            <pc:sldLayoutMk cId="3676305924" sldId="2147483696"/>
          </pc:sldLayoutMkLst>
        </pc:sldLayoutChg>
        <pc:sldLayoutChg chg="add del">
          <pc:chgData name="Chris Woodruff" userId="2dbf025665e4d94d" providerId="LiveId" clId="{B7954D88-423A-B749-AD39-9B4A89F4C93C}" dt="2024-07-17T00:30:40.202" v="44" actId="26606"/>
          <pc:sldLayoutMkLst>
            <pc:docMk/>
            <pc:sldMasterMk cId="1288145620" sldId="2147483698"/>
            <pc:sldLayoutMk cId="1109582231" sldId="2147483697"/>
          </pc:sldLayoutMkLst>
        </pc:sldLayoutChg>
      </pc:sldMasterChg>
      <pc:sldMasterChg chg="add del addSldLayout delSldLayout">
        <pc:chgData name="Chris Woodruff" userId="2dbf025665e4d94d" providerId="LiveId" clId="{B7954D88-423A-B749-AD39-9B4A89F4C93C}" dt="2024-07-17T00:29:58.743" v="37" actId="26606"/>
        <pc:sldMasterMkLst>
          <pc:docMk/>
          <pc:sldMasterMk cId="2093993486" sldId="2147483711"/>
        </pc:sldMasterMkLst>
        <pc:sldLayoutChg chg="add del">
          <pc:chgData name="Chris Woodruff" userId="2dbf025665e4d94d" providerId="LiveId" clId="{B7954D88-423A-B749-AD39-9B4A89F4C93C}" dt="2024-07-17T00:29:58.743" v="37" actId="26606"/>
          <pc:sldLayoutMkLst>
            <pc:docMk/>
            <pc:sldMasterMk cId="2093993486" sldId="2147483711"/>
            <pc:sldLayoutMk cId="3929092305" sldId="2147483700"/>
          </pc:sldLayoutMkLst>
        </pc:sldLayoutChg>
        <pc:sldLayoutChg chg="add del">
          <pc:chgData name="Chris Woodruff" userId="2dbf025665e4d94d" providerId="LiveId" clId="{B7954D88-423A-B749-AD39-9B4A89F4C93C}" dt="2024-07-17T00:29:58.743" v="37" actId="26606"/>
          <pc:sldLayoutMkLst>
            <pc:docMk/>
            <pc:sldMasterMk cId="2093993486" sldId="2147483711"/>
            <pc:sldLayoutMk cId="1384508254" sldId="2147483701"/>
          </pc:sldLayoutMkLst>
        </pc:sldLayoutChg>
        <pc:sldLayoutChg chg="add del">
          <pc:chgData name="Chris Woodruff" userId="2dbf025665e4d94d" providerId="LiveId" clId="{B7954D88-423A-B749-AD39-9B4A89F4C93C}" dt="2024-07-17T00:29:58.743" v="37" actId="26606"/>
          <pc:sldLayoutMkLst>
            <pc:docMk/>
            <pc:sldMasterMk cId="2093993486" sldId="2147483711"/>
            <pc:sldLayoutMk cId="722360259" sldId="2147483702"/>
          </pc:sldLayoutMkLst>
        </pc:sldLayoutChg>
        <pc:sldLayoutChg chg="add del">
          <pc:chgData name="Chris Woodruff" userId="2dbf025665e4d94d" providerId="LiveId" clId="{B7954D88-423A-B749-AD39-9B4A89F4C93C}" dt="2024-07-17T00:29:58.743" v="37" actId="26606"/>
          <pc:sldLayoutMkLst>
            <pc:docMk/>
            <pc:sldMasterMk cId="2093993486" sldId="2147483711"/>
            <pc:sldLayoutMk cId="451215312" sldId="2147483703"/>
          </pc:sldLayoutMkLst>
        </pc:sldLayoutChg>
        <pc:sldLayoutChg chg="add del">
          <pc:chgData name="Chris Woodruff" userId="2dbf025665e4d94d" providerId="LiveId" clId="{B7954D88-423A-B749-AD39-9B4A89F4C93C}" dt="2024-07-17T00:29:58.743" v="37" actId="26606"/>
          <pc:sldLayoutMkLst>
            <pc:docMk/>
            <pc:sldMasterMk cId="2093993486" sldId="2147483711"/>
            <pc:sldLayoutMk cId="159674901" sldId="2147483704"/>
          </pc:sldLayoutMkLst>
        </pc:sldLayoutChg>
        <pc:sldLayoutChg chg="add del">
          <pc:chgData name="Chris Woodruff" userId="2dbf025665e4d94d" providerId="LiveId" clId="{B7954D88-423A-B749-AD39-9B4A89F4C93C}" dt="2024-07-17T00:29:58.743" v="37" actId="26606"/>
          <pc:sldLayoutMkLst>
            <pc:docMk/>
            <pc:sldMasterMk cId="2093993486" sldId="2147483711"/>
            <pc:sldLayoutMk cId="966402560" sldId="2147483705"/>
          </pc:sldLayoutMkLst>
        </pc:sldLayoutChg>
        <pc:sldLayoutChg chg="add del">
          <pc:chgData name="Chris Woodruff" userId="2dbf025665e4d94d" providerId="LiveId" clId="{B7954D88-423A-B749-AD39-9B4A89F4C93C}" dt="2024-07-17T00:29:58.743" v="37" actId="26606"/>
          <pc:sldLayoutMkLst>
            <pc:docMk/>
            <pc:sldMasterMk cId="2093993486" sldId="2147483711"/>
            <pc:sldLayoutMk cId="3738445611" sldId="2147483706"/>
          </pc:sldLayoutMkLst>
        </pc:sldLayoutChg>
        <pc:sldLayoutChg chg="add del">
          <pc:chgData name="Chris Woodruff" userId="2dbf025665e4d94d" providerId="LiveId" clId="{B7954D88-423A-B749-AD39-9B4A89F4C93C}" dt="2024-07-17T00:29:58.743" v="37" actId="26606"/>
          <pc:sldLayoutMkLst>
            <pc:docMk/>
            <pc:sldMasterMk cId="2093993486" sldId="2147483711"/>
            <pc:sldLayoutMk cId="1731980568" sldId="2147483707"/>
          </pc:sldLayoutMkLst>
        </pc:sldLayoutChg>
        <pc:sldLayoutChg chg="add del">
          <pc:chgData name="Chris Woodruff" userId="2dbf025665e4d94d" providerId="LiveId" clId="{B7954D88-423A-B749-AD39-9B4A89F4C93C}" dt="2024-07-17T00:29:58.743" v="37" actId="26606"/>
          <pc:sldLayoutMkLst>
            <pc:docMk/>
            <pc:sldMasterMk cId="2093993486" sldId="2147483711"/>
            <pc:sldLayoutMk cId="902541414" sldId="2147483708"/>
          </pc:sldLayoutMkLst>
        </pc:sldLayoutChg>
        <pc:sldLayoutChg chg="add del">
          <pc:chgData name="Chris Woodruff" userId="2dbf025665e4d94d" providerId="LiveId" clId="{B7954D88-423A-B749-AD39-9B4A89F4C93C}" dt="2024-07-17T00:29:58.743" v="37" actId="26606"/>
          <pc:sldLayoutMkLst>
            <pc:docMk/>
            <pc:sldMasterMk cId="2093993486" sldId="2147483711"/>
            <pc:sldLayoutMk cId="2662747923" sldId="2147483709"/>
          </pc:sldLayoutMkLst>
        </pc:sldLayoutChg>
        <pc:sldLayoutChg chg="add del">
          <pc:chgData name="Chris Woodruff" userId="2dbf025665e4d94d" providerId="LiveId" clId="{B7954D88-423A-B749-AD39-9B4A89F4C93C}" dt="2024-07-17T00:29:58.743" v="37" actId="26606"/>
          <pc:sldLayoutMkLst>
            <pc:docMk/>
            <pc:sldMasterMk cId="2093993486" sldId="2147483711"/>
            <pc:sldLayoutMk cId="2953712282" sldId="2147483710"/>
          </pc:sldLayoutMkLst>
        </pc:sldLayoutChg>
      </pc:sldMasterChg>
      <pc:sldMasterChg chg="add addSldLayout">
        <pc:chgData name="Chris Woodruff" userId="2dbf025665e4d94d" providerId="LiveId" clId="{B7954D88-423A-B749-AD39-9B4A89F4C93C}" dt="2024-07-17T00:30:40.231" v="45" actId="26606"/>
        <pc:sldMasterMkLst>
          <pc:docMk/>
          <pc:sldMasterMk cId="3837764905" sldId="2147483711"/>
        </pc:sldMasterMkLst>
        <pc:sldLayoutChg chg="add">
          <pc:chgData name="Chris Woodruff" userId="2dbf025665e4d94d" providerId="LiveId" clId="{B7954D88-423A-B749-AD39-9B4A89F4C93C}" dt="2024-07-17T00:30:40.231" v="45" actId="26606"/>
          <pc:sldLayoutMkLst>
            <pc:docMk/>
            <pc:sldMasterMk cId="3837764905" sldId="2147483711"/>
            <pc:sldLayoutMk cId="30354485" sldId="2147483700"/>
          </pc:sldLayoutMkLst>
        </pc:sldLayoutChg>
        <pc:sldLayoutChg chg="add">
          <pc:chgData name="Chris Woodruff" userId="2dbf025665e4d94d" providerId="LiveId" clId="{B7954D88-423A-B749-AD39-9B4A89F4C93C}" dt="2024-07-17T00:30:40.231" v="45" actId="26606"/>
          <pc:sldLayoutMkLst>
            <pc:docMk/>
            <pc:sldMasterMk cId="3837764905" sldId="2147483711"/>
            <pc:sldLayoutMk cId="2992045632" sldId="2147483701"/>
          </pc:sldLayoutMkLst>
        </pc:sldLayoutChg>
        <pc:sldLayoutChg chg="add">
          <pc:chgData name="Chris Woodruff" userId="2dbf025665e4d94d" providerId="LiveId" clId="{B7954D88-423A-B749-AD39-9B4A89F4C93C}" dt="2024-07-17T00:30:40.231" v="45" actId="26606"/>
          <pc:sldLayoutMkLst>
            <pc:docMk/>
            <pc:sldMasterMk cId="3837764905" sldId="2147483711"/>
            <pc:sldLayoutMk cId="2050985759" sldId="2147483702"/>
          </pc:sldLayoutMkLst>
        </pc:sldLayoutChg>
        <pc:sldLayoutChg chg="add">
          <pc:chgData name="Chris Woodruff" userId="2dbf025665e4d94d" providerId="LiveId" clId="{B7954D88-423A-B749-AD39-9B4A89F4C93C}" dt="2024-07-17T00:30:40.231" v="45" actId="26606"/>
          <pc:sldLayoutMkLst>
            <pc:docMk/>
            <pc:sldMasterMk cId="3837764905" sldId="2147483711"/>
            <pc:sldLayoutMk cId="456691949" sldId="2147483703"/>
          </pc:sldLayoutMkLst>
        </pc:sldLayoutChg>
        <pc:sldLayoutChg chg="add">
          <pc:chgData name="Chris Woodruff" userId="2dbf025665e4d94d" providerId="LiveId" clId="{B7954D88-423A-B749-AD39-9B4A89F4C93C}" dt="2024-07-17T00:30:40.231" v="45" actId="26606"/>
          <pc:sldLayoutMkLst>
            <pc:docMk/>
            <pc:sldMasterMk cId="3837764905" sldId="2147483711"/>
            <pc:sldLayoutMk cId="3126816245" sldId="2147483704"/>
          </pc:sldLayoutMkLst>
        </pc:sldLayoutChg>
        <pc:sldLayoutChg chg="add">
          <pc:chgData name="Chris Woodruff" userId="2dbf025665e4d94d" providerId="LiveId" clId="{B7954D88-423A-B749-AD39-9B4A89F4C93C}" dt="2024-07-17T00:30:40.231" v="45" actId="26606"/>
          <pc:sldLayoutMkLst>
            <pc:docMk/>
            <pc:sldMasterMk cId="3837764905" sldId="2147483711"/>
            <pc:sldLayoutMk cId="1422107090" sldId="2147483705"/>
          </pc:sldLayoutMkLst>
        </pc:sldLayoutChg>
        <pc:sldLayoutChg chg="add">
          <pc:chgData name="Chris Woodruff" userId="2dbf025665e4d94d" providerId="LiveId" clId="{B7954D88-423A-B749-AD39-9B4A89F4C93C}" dt="2024-07-17T00:30:40.231" v="45" actId="26606"/>
          <pc:sldLayoutMkLst>
            <pc:docMk/>
            <pc:sldMasterMk cId="3837764905" sldId="2147483711"/>
            <pc:sldLayoutMk cId="4172534855" sldId="2147483706"/>
          </pc:sldLayoutMkLst>
        </pc:sldLayoutChg>
        <pc:sldLayoutChg chg="add">
          <pc:chgData name="Chris Woodruff" userId="2dbf025665e4d94d" providerId="LiveId" clId="{B7954D88-423A-B749-AD39-9B4A89F4C93C}" dt="2024-07-17T00:30:40.231" v="45" actId="26606"/>
          <pc:sldLayoutMkLst>
            <pc:docMk/>
            <pc:sldMasterMk cId="3837764905" sldId="2147483711"/>
            <pc:sldLayoutMk cId="153429719" sldId="2147483707"/>
          </pc:sldLayoutMkLst>
        </pc:sldLayoutChg>
        <pc:sldLayoutChg chg="add">
          <pc:chgData name="Chris Woodruff" userId="2dbf025665e4d94d" providerId="LiveId" clId="{B7954D88-423A-B749-AD39-9B4A89F4C93C}" dt="2024-07-17T00:30:40.231" v="45" actId="26606"/>
          <pc:sldLayoutMkLst>
            <pc:docMk/>
            <pc:sldMasterMk cId="3837764905" sldId="2147483711"/>
            <pc:sldLayoutMk cId="3595757197" sldId="2147483708"/>
          </pc:sldLayoutMkLst>
        </pc:sldLayoutChg>
        <pc:sldLayoutChg chg="add">
          <pc:chgData name="Chris Woodruff" userId="2dbf025665e4d94d" providerId="LiveId" clId="{B7954D88-423A-B749-AD39-9B4A89F4C93C}" dt="2024-07-17T00:30:40.231" v="45" actId="26606"/>
          <pc:sldLayoutMkLst>
            <pc:docMk/>
            <pc:sldMasterMk cId="3837764905" sldId="2147483711"/>
            <pc:sldLayoutMk cId="4042649171" sldId="2147483709"/>
          </pc:sldLayoutMkLst>
        </pc:sldLayoutChg>
        <pc:sldLayoutChg chg="add">
          <pc:chgData name="Chris Woodruff" userId="2dbf025665e4d94d" providerId="LiveId" clId="{B7954D88-423A-B749-AD39-9B4A89F4C93C}" dt="2024-07-17T00:30:40.231" v="45" actId="26606"/>
          <pc:sldLayoutMkLst>
            <pc:docMk/>
            <pc:sldMasterMk cId="3837764905" sldId="2147483711"/>
            <pc:sldLayoutMk cId="1444975404" sldId="2147483710"/>
          </pc:sldLayoutMkLst>
        </pc:sldLayoutChg>
      </pc:sldMasterChg>
      <pc:sldMasterChg chg="add del addSldLayout delSldLayout">
        <pc:chgData name="Chris Woodruff" userId="2dbf025665e4d94d" providerId="LiveId" clId="{B7954D88-423A-B749-AD39-9B4A89F4C93C}" dt="2024-07-17T00:28:14.465" v="35" actId="26606"/>
        <pc:sldMasterMkLst>
          <pc:docMk/>
          <pc:sldMasterMk cId="2293635303" sldId="2147483724"/>
        </pc:sldMasterMkLst>
        <pc:sldLayoutChg chg="add del">
          <pc:chgData name="Chris Woodruff" userId="2dbf025665e4d94d" providerId="LiveId" clId="{B7954D88-423A-B749-AD39-9B4A89F4C93C}" dt="2024-07-17T00:28:14.465" v="35" actId="26606"/>
          <pc:sldLayoutMkLst>
            <pc:docMk/>
            <pc:sldMasterMk cId="2293635303" sldId="2147483724"/>
            <pc:sldLayoutMk cId="1479058154" sldId="2147483713"/>
          </pc:sldLayoutMkLst>
        </pc:sldLayoutChg>
        <pc:sldLayoutChg chg="add del">
          <pc:chgData name="Chris Woodruff" userId="2dbf025665e4d94d" providerId="LiveId" clId="{B7954D88-423A-B749-AD39-9B4A89F4C93C}" dt="2024-07-17T00:28:14.465" v="35" actId="26606"/>
          <pc:sldLayoutMkLst>
            <pc:docMk/>
            <pc:sldMasterMk cId="2293635303" sldId="2147483724"/>
            <pc:sldLayoutMk cId="4273600299" sldId="2147483714"/>
          </pc:sldLayoutMkLst>
        </pc:sldLayoutChg>
        <pc:sldLayoutChg chg="add del">
          <pc:chgData name="Chris Woodruff" userId="2dbf025665e4d94d" providerId="LiveId" clId="{B7954D88-423A-B749-AD39-9B4A89F4C93C}" dt="2024-07-17T00:28:14.465" v="35" actId="26606"/>
          <pc:sldLayoutMkLst>
            <pc:docMk/>
            <pc:sldMasterMk cId="2293635303" sldId="2147483724"/>
            <pc:sldLayoutMk cId="1157931068" sldId="2147483715"/>
          </pc:sldLayoutMkLst>
        </pc:sldLayoutChg>
        <pc:sldLayoutChg chg="add del">
          <pc:chgData name="Chris Woodruff" userId="2dbf025665e4d94d" providerId="LiveId" clId="{B7954D88-423A-B749-AD39-9B4A89F4C93C}" dt="2024-07-17T00:28:14.465" v="35" actId="26606"/>
          <pc:sldLayoutMkLst>
            <pc:docMk/>
            <pc:sldMasterMk cId="2293635303" sldId="2147483724"/>
            <pc:sldLayoutMk cId="3819013783" sldId="2147483716"/>
          </pc:sldLayoutMkLst>
        </pc:sldLayoutChg>
        <pc:sldLayoutChg chg="add del">
          <pc:chgData name="Chris Woodruff" userId="2dbf025665e4d94d" providerId="LiveId" clId="{B7954D88-423A-B749-AD39-9B4A89F4C93C}" dt="2024-07-17T00:28:14.465" v="35" actId="26606"/>
          <pc:sldLayoutMkLst>
            <pc:docMk/>
            <pc:sldMasterMk cId="2293635303" sldId="2147483724"/>
            <pc:sldLayoutMk cId="1456307749" sldId="2147483717"/>
          </pc:sldLayoutMkLst>
        </pc:sldLayoutChg>
        <pc:sldLayoutChg chg="add del">
          <pc:chgData name="Chris Woodruff" userId="2dbf025665e4d94d" providerId="LiveId" clId="{B7954D88-423A-B749-AD39-9B4A89F4C93C}" dt="2024-07-17T00:28:14.465" v="35" actId="26606"/>
          <pc:sldLayoutMkLst>
            <pc:docMk/>
            <pc:sldMasterMk cId="2293635303" sldId="2147483724"/>
            <pc:sldLayoutMk cId="2799084741" sldId="2147483718"/>
          </pc:sldLayoutMkLst>
        </pc:sldLayoutChg>
        <pc:sldLayoutChg chg="add del">
          <pc:chgData name="Chris Woodruff" userId="2dbf025665e4d94d" providerId="LiveId" clId="{B7954D88-423A-B749-AD39-9B4A89F4C93C}" dt="2024-07-17T00:28:14.465" v="35" actId="26606"/>
          <pc:sldLayoutMkLst>
            <pc:docMk/>
            <pc:sldMasterMk cId="2293635303" sldId="2147483724"/>
            <pc:sldLayoutMk cId="3799218995" sldId="2147483719"/>
          </pc:sldLayoutMkLst>
        </pc:sldLayoutChg>
        <pc:sldLayoutChg chg="add del">
          <pc:chgData name="Chris Woodruff" userId="2dbf025665e4d94d" providerId="LiveId" clId="{B7954D88-423A-B749-AD39-9B4A89F4C93C}" dt="2024-07-17T00:28:14.465" v="35" actId="26606"/>
          <pc:sldLayoutMkLst>
            <pc:docMk/>
            <pc:sldMasterMk cId="2293635303" sldId="2147483724"/>
            <pc:sldLayoutMk cId="1151401544" sldId="2147483720"/>
          </pc:sldLayoutMkLst>
        </pc:sldLayoutChg>
        <pc:sldLayoutChg chg="add del">
          <pc:chgData name="Chris Woodruff" userId="2dbf025665e4d94d" providerId="LiveId" clId="{B7954D88-423A-B749-AD39-9B4A89F4C93C}" dt="2024-07-17T00:28:14.465" v="35" actId="26606"/>
          <pc:sldLayoutMkLst>
            <pc:docMk/>
            <pc:sldMasterMk cId="2293635303" sldId="2147483724"/>
            <pc:sldLayoutMk cId="862248339" sldId="2147483721"/>
          </pc:sldLayoutMkLst>
        </pc:sldLayoutChg>
        <pc:sldLayoutChg chg="add del">
          <pc:chgData name="Chris Woodruff" userId="2dbf025665e4d94d" providerId="LiveId" clId="{B7954D88-423A-B749-AD39-9B4A89F4C93C}" dt="2024-07-17T00:28:14.465" v="35" actId="26606"/>
          <pc:sldLayoutMkLst>
            <pc:docMk/>
            <pc:sldMasterMk cId="2293635303" sldId="2147483724"/>
            <pc:sldLayoutMk cId="3511147666" sldId="2147483722"/>
          </pc:sldLayoutMkLst>
        </pc:sldLayoutChg>
        <pc:sldLayoutChg chg="add del">
          <pc:chgData name="Chris Woodruff" userId="2dbf025665e4d94d" providerId="LiveId" clId="{B7954D88-423A-B749-AD39-9B4A89F4C93C}" dt="2024-07-17T00:28:14.465" v="35" actId="26606"/>
          <pc:sldLayoutMkLst>
            <pc:docMk/>
            <pc:sldMasterMk cId="2293635303" sldId="2147483724"/>
            <pc:sldLayoutMk cId="856641504" sldId="2147483723"/>
          </pc:sldLayoutMkLst>
        </pc:sldLayoutChg>
      </pc:sldMasterChg>
      <pc:sldMasterChg chg="add del addSldLayout delSldLayout">
        <pc:chgData name="Chris Woodruff" userId="2dbf025665e4d94d" providerId="LiveId" clId="{B7954D88-423A-B749-AD39-9B4A89F4C93C}" dt="2024-07-17T00:30:22.289" v="39" actId="26606"/>
        <pc:sldMasterMkLst>
          <pc:docMk/>
          <pc:sldMasterMk cId="4116258676" sldId="2147483750"/>
        </pc:sldMasterMkLst>
        <pc:sldLayoutChg chg="add del">
          <pc:chgData name="Chris Woodruff" userId="2dbf025665e4d94d" providerId="LiveId" clId="{B7954D88-423A-B749-AD39-9B4A89F4C93C}" dt="2024-07-17T00:30:22.289" v="39" actId="26606"/>
          <pc:sldLayoutMkLst>
            <pc:docMk/>
            <pc:sldMasterMk cId="4116258676" sldId="2147483750"/>
            <pc:sldLayoutMk cId="2468782299" sldId="2147483739"/>
          </pc:sldLayoutMkLst>
        </pc:sldLayoutChg>
        <pc:sldLayoutChg chg="add del">
          <pc:chgData name="Chris Woodruff" userId="2dbf025665e4d94d" providerId="LiveId" clId="{B7954D88-423A-B749-AD39-9B4A89F4C93C}" dt="2024-07-17T00:30:22.289" v="39" actId="26606"/>
          <pc:sldLayoutMkLst>
            <pc:docMk/>
            <pc:sldMasterMk cId="4116258676" sldId="2147483750"/>
            <pc:sldLayoutMk cId="2303900929" sldId="2147483740"/>
          </pc:sldLayoutMkLst>
        </pc:sldLayoutChg>
        <pc:sldLayoutChg chg="add del">
          <pc:chgData name="Chris Woodruff" userId="2dbf025665e4d94d" providerId="LiveId" clId="{B7954D88-423A-B749-AD39-9B4A89F4C93C}" dt="2024-07-17T00:30:22.289" v="39" actId="26606"/>
          <pc:sldLayoutMkLst>
            <pc:docMk/>
            <pc:sldMasterMk cId="4116258676" sldId="2147483750"/>
            <pc:sldLayoutMk cId="1283032744" sldId="2147483741"/>
          </pc:sldLayoutMkLst>
        </pc:sldLayoutChg>
        <pc:sldLayoutChg chg="add del">
          <pc:chgData name="Chris Woodruff" userId="2dbf025665e4d94d" providerId="LiveId" clId="{B7954D88-423A-B749-AD39-9B4A89F4C93C}" dt="2024-07-17T00:30:22.289" v="39" actId="26606"/>
          <pc:sldLayoutMkLst>
            <pc:docMk/>
            <pc:sldMasterMk cId="4116258676" sldId="2147483750"/>
            <pc:sldLayoutMk cId="991817194" sldId="2147483742"/>
          </pc:sldLayoutMkLst>
        </pc:sldLayoutChg>
        <pc:sldLayoutChg chg="add del">
          <pc:chgData name="Chris Woodruff" userId="2dbf025665e4d94d" providerId="LiveId" clId="{B7954D88-423A-B749-AD39-9B4A89F4C93C}" dt="2024-07-17T00:30:22.289" v="39" actId="26606"/>
          <pc:sldLayoutMkLst>
            <pc:docMk/>
            <pc:sldMasterMk cId="4116258676" sldId="2147483750"/>
            <pc:sldLayoutMk cId="1625794339" sldId="2147483743"/>
          </pc:sldLayoutMkLst>
        </pc:sldLayoutChg>
        <pc:sldLayoutChg chg="add del">
          <pc:chgData name="Chris Woodruff" userId="2dbf025665e4d94d" providerId="LiveId" clId="{B7954D88-423A-B749-AD39-9B4A89F4C93C}" dt="2024-07-17T00:30:22.289" v="39" actId="26606"/>
          <pc:sldLayoutMkLst>
            <pc:docMk/>
            <pc:sldMasterMk cId="4116258676" sldId="2147483750"/>
            <pc:sldLayoutMk cId="2106437918" sldId="2147483744"/>
          </pc:sldLayoutMkLst>
        </pc:sldLayoutChg>
        <pc:sldLayoutChg chg="add del">
          <pc:chgData name="Chris Woodruff" userId="2dbf025665e4d94d" providerId="LiveId" clId="{B7954D88-423A-B749-AD39-9B4A89F4C93C}" dt="2024-07-17T00:30:22.289" v="39" actId="26606"/>
          <pc:sldLayoutMkLst>
            <pc:docMk/>
            <pc:sldMasterMk cId="4116258676" sldId="2147483750"/>
            <pc:sldLayoutMk cId="3357548329" sldId="2147483745"/>
          </pc:sldLayoutMkLst>
        </pc:sldLayoutChg>
        <pc:sldLayoutChg chg="add del">
          <pc:chgData name="Chris Woodruff" userId="2dbf025665e4d94d" providerId="LiveId" clId="{B7954D88-423A-B749-AD39-9B4A89F4C93C}" dt="2024-07-17T00:30:22.289" v="39" actId="26606"/>
          <pc:sldLayoutMkLst>
            <pc:docMk/>
            <pc:sldMasterMk cId="4116258676" sldId="2147483750"/>
            <pc:sldLayoutMk cId="3213713137" sldId="2147483746"/>
          </pc:sldLayoutMkLst>
        </pc:sldLayoutChg>
        <pc:sldLayoutChg chg="add del">
          <pc:chgData name="Chris Woodruff" userId="2dbf025665e4d94d" providerId="LiveId" clId="{B7954D88-423A-B749-AD39-9B4A89F4C93C}" dt="2024-07-17T00:30:22.289" v="39" actId="26606"/>
          <pc:sldLayoutMkLst>
            <pc:docMk/>
            <pc:sldMasterMk cId="4116258676" sldId="2147483750"/>
            <pc:sldLayoutMk cId="1526278379" sldId="2147483747"/>
          </pc:sldLayoutMkLst>
        </pc:sldLayoutChg>
        <pc:sldLayoutChg chg="add del">
          <pc:chgData name="Chris Woodruff" userId="2dbf025665e4d94d" providerId="LiveId" clId="{B7954D88-423A-B749-AD39-9B4A89F4C93C}" dt="2024-07-17T00:30:22.289" v="39" actId="26606"/>
          <pc:sldLayoutMkLst>
            <pc:docMk/>
            <pc:sldMasterMk cId="4116258676" sldId="2147483750"/>
            <pc:sldLayoutMk cId="2448930518" sldId="2147483748"/>
          </pc:sldLayoutMkLst>
        </pc:sldLayoutChg>
        <pc:sldLayoutChg chg="add del">
          <pc:chgData name="Chris Woodruff" userId="2dbf025665e4d94d" providerId="LiveId" clId="{B7954D88-423A-B749-AD39-9B4A89F4C93C}" dt="2024-07-17T00:30:22.289" v="39" actId="26606"/>
          <pc:sldLayoutMkLst>
            <pc:docMk/>
            <pc:sldMasterMk cId="4116258676" sldId="2147483750"/>
            <pc:sldLayoutMk cId="1357155037" sldId="2147483749"/>
          </pc:sldLayoutMkLst>
        </pc:sldLayoutChg>
      </pc:sldMasterChg>
    </pc:docChg>
  </pc:docChgLst>
  <pc:docChgLst>
    <pc:chgData name="Chris Woodruff" userId="2dbf025665e4d94d" providerId="LiveId" clId="{09F4C4B3-9D0F-4966-B544-B9DABFD410E9}"/>
    <pc:docChg chg="undo custSel addSld delSld modSld sldOrd">
      <pc:chgData name="Chris Woodruff" userId="2dbf025665e4d94d" providerId="LiveId" clId="{09F4C4B3-9D0F-4966-B544-B9DABFD410E9}" dt="2024-08-03T11:22:57.441" v="166" actId="207"/>
      <pc:docMkLst>
        <pc:docMk/>
      </pc:docMkLst>
      <pc:sldChg chg="addSp delSp modSp mod setBg">
        <pc:chgData name="Chris Woodruff" userId="2dbf025665e4d94d" providerId="LiveId" clId="{09F4C4B3-9D0F-4966-B544-B9DABFD410E9}" dt="2024-08-03T11:08:49.656" v="73" actId="26606"/>
        <pc:sldMkLst>
          <pc:docMk/>
          <pc:sldMk cId="877883676" sldId="257"/>
        </pc:sldMkLst>
        <pc:spChg chg="mod">
          <ac:chgData name="Chris Woodruff" userId="2dbf025665e4d94d" providerId="LiveId" clId="{09F4C4B3-9D0F-4966-B544-B9DABFD410E9}" dt="2024-08-03T11:08:49.656" v="73" actId="26606"/>
          <ac:spMkLst>
            <pc:docMk/>
            <pc:sldMk cId="877883676" sldId="257"/>
            <ac:spMk id="2" creationId="{FFBF42EC-BF8B-A086-FA59-50AE2DEE574F}"/>
          </ac:spMkLst>
        </pc:spChg>
        <pc:spChg chg="del">
          <ac:chgData name="Chris Woodruff" userId="2dbf025665e4d94d" providerId="LiveId" clId="{09F4C4B3-9D0F-4966-B544-B9DABFD410E9}" dt="2024-08-03T11:08:49.656" v="73" actId="26606"/>
          <ac:spMkLst>
            <pc:docMk/>
            <pc:sldMk cId="877883676" sldId="257"/>
            <ac:spMk id="3" creationId="{121FD203-49EA-899B-DF2A-3C4EB6834FBF}"/>
          </ac:spMkLst>
        </pc:spChg>
        <pc:spChg chg="add">
          <ac:chgData name="Chris Woodruff" userId="2dbf025665e4d94d" providerId="LiveId" clId="{09F4C4B3-9D0F-4966-B544-B9DABFD410E9}" dt="2024-08-03T11:08:49.656" v="73" actId="26606"/>
          <ac:spMkLst>
            <pc:docMk/>
            <pc:sldMk cId="877883676" sldId="257"/>
            <ac:spMk id="11" creationId="{F69F96FE-C3F5-4F02-8428-78ADCB975ED9}"/>
          </ac:spMkLst>
        </pc:spChg>
        <pc:spChg chg="add">
          <ac:chgData name="Chris Woodruff" userId="2dbf025665e4d94d" providerId="LiveId" clId="{09F4C4B3-9D0F-4966-B544-B9DABFD410E9}" dt="2024-08-03T11:08:49.656" v="73" actId="26606"/>
          <ac:spMkLst>
            <pc:docMk/>
            <pc:sldMk cId="877883676" sldId="257"/>
            <ac:spMk id="13" creationId="{F80C6B76-4D7E-4FE2-84E4-C4734B2B49EE}"/>
          </ac:spMkLst>
        </pc:spChg>
        <pc:picChg chg="add">
          <ac:chgData name="Chris Woodruff" userId="2dbf025665e4d94d" providerId="LiveId" clId="{09F4C4B3-9D0F-4966-B544-B9DABFD410E9}" dt="2024-08-03T11:08:49.656" v="73" actId="26606"/>
          <ac:picMkLst>
            <pc:docMk/>
            <pc:sldMk cId="877883676" sldId="257"/>
            <ac:picMk id="5" creationId="{D20C3CCA-4F89-2C23-9EA8-2E745AA03832}"/>
          </ac:picMkLst>
        </pc:picChg>
        <pc:cxnChg chg="add">
          <ac:chgData name="Chris Woodruff" userId="2dbf025665e4d94d" providerId="LiveId" clId="{09F4C4B3-9D0F-4966-B544-B9DABFD410E9}" dt="2024-08-03T11:08:49.656" v="73" actId="26606"/>
          <ac:cxnSpMkLst>
            <pc:docMk/>
            <pc:sldMk cId="877883676" sldId="257"/>
            <ac:cxnSpMk id="9" creationId="{EAD4CCDA-06BF-4D2A-B44F-195AEC0B5B22}"/>
          </ac:cxnSpMkLst>
        </pc:cxnChg>
        <pc:cxnChg chg="add">
          <ac:chgData name="Chris Woodruff" userId="2dbf025665e4d94d" providerId="LiveId" clId="{09F4C4B3-9D0F-4966-B544-B9DABFD410E9}" dt="2024-08-03T11:08:49.656" v="73" actId="26606"/>
          <ac:cxnSpMkLst>
            <pc:docMk/>
            <pc:sldMk cId="877883676" sldId="257"/>
            <ac:cxnSpMk id="15" creationId="{16BEECB0-0766-4C59-B86E-5D26B7D8EF4D}"/>
          </ac:cxnSpMkLst>
        </pc:cxnChg>
      </pc:sldChg>
      <pc:sldChg chg="modSp mod">
        <pc:chgData name="Chris Woodruff" userId="2dbf025665e4d94d" providerId="LiveId" clId="{09F4C4B3-9D0F-4966-B544-B9DABFD410E9}" dt="2024-08-03T11:06:48.286" v="72" actId="13782"/>
        <pc:sldMkLst>
          <pc:docMk/>
          <pc:sldMk cId="160650084" sldId="277"/>
        </pc:sldMkLst>
        <pc:graphicFrameChg chg="mod modGraphic">
          <ac:chgData name="Chris Woodruff" userId="2dbf025665e4d94d" providerId="LiveId" clId="{09F4C4B3-9D0F-4966-B544-B9DABFD410E9}" dt="2024-08-03T11:06:48.286" v="72" actId="13782"/>
          <ac:graphicFrameMkLst>
            <pc:docMk/>
            <pc:sldMk cId="160650084" sldId="277"/>
            <ac:graphicFrameMk id="6" creationId="{B3B382C8-564C-F889-22F3-15710238D039}"/>
          </ac:graphicFrameMkLst>
        </pc:graphicFrameChg>
      </pc:sldChg>
      <pc:sldChg chg="addSp modSp mod">
        <pc:chgData name="Chris Woodruff" userId="2dbf025665e4d94d" providerId="LiveId" clId="{09F4C4B3-9D0F-4966-B544-B9DABFD410E9}" dt="2024-08-03T11:22:57.441" v="166" actId="207"/>
        <pc:sldMkLst>
          <pc:docMk/>
          <pc:sldMk cId="2144855717" sldId="281"/>
        </pc:sldMkLst>
        <pc:picChg chg="add mod">
          <ac:chgData name="Chris Woodruff" userId="2dbf025665e4d94d" providerId="LiveId" clId="{09F4C4B3-9D0F-4966-B544-B9DABFD410E9}" dt="2024-08-03T11:22:57.441" v="166" actId="207"/>
          <ac:picMkLst>
            <pc:docMk/>
            <pc:sldMk cId="2144855717" sldId="281"/>
            <ac:picMk id="4" creationId="{0E0BDF2D-FCCA-6A6D-3F08-807AF59A6C51}"/>
          </ac:picMkLst>
        </pc:picChg>
        <pc:picChg chg="mod">
          <ac:chgData name="Chris Woodruff" userId="2dbf025665e4d94d" providerId="LiveId" clId="{09F4C4B3-9D0F-4966-B544-B9DABFD410E9}" dt="2024-08-03T11:21:32.091" v="160" actId="1076"/>
          <ac:picMkLst>
            <pc:docMk/>
            <pc:sldMk cId="2144855717" sldId="281"/>
            <ac:picMk id="6146" creationId="{D4B0AA51-858D-72ED-B18E-F101BFC96589}"/>
          </ac:picMkLst>
        </pc:picChg>
        <pc:picChg chg="mod">
          <ac:chgData name="Chris Woodruff" userId="2dbf025665e4d94d" providerId="LiveId" clId="{09F4C4B3-9D0F-4966-B544-B9DABFD410E9}" dt="2024-08-03T11:21:34.041" v="161" actId="1076"/>
          <ac:picMkLst>
            <pc:docMk/>
            <pc:sldMk cId="2144855717" sldId="281"/>
            <ac:picMk id="6148" creationId="{D344AD5F-A3E8-D7CD-3963-73A8A03A97B7}"/>
          </ac:picMkLst>
        </pc:picChg>
      </pc:sldChg>
      <pc:sldChg chg="addSp delSp modSp new del mod">
        <pc:chgData name="Chris Woodruff" userId="2dbf025665e4d94d" providerId="LiveId" clId="{09F4C4B3-9D0F-4966-B544-B9DABFD410E9}" dt="2024-08-03T11:21:19.126" v="158" actId="47"/>
        <pc:sldMkLst>
          <pc:docMk/>
          <pc:sldMk cId="1066230605" sldId="299"/>
        </pc:sldMkLst>
        <pc:spChg chg="add del">
          <ac:chgData name="Chris Woodruff" userId="2dbf025665e4d94d" providerId="LiveId" clId="{09F4C4B3-9D0F-4966-B544-B9DABFD410E9}" dt="2024-08-03T10:59:35.258" v="37" actId="1032"/>
          <ac:spMkLst>
            <pc:docMk/>
            <pc:sldMk cId="1066230605" sldId="299"/>
            <ac:spMk id="3" creationId="{549BBB8E-D0FB-D9FD-F14F-A5136486F157}"/>
          </ac:spMkLst>
        </pc:spChg>
        <pc:graphicFrameChg chg="add del mod modGraphic">
          <ac:chgData name="Chris Woodruff" userId="2dbf025665e4d94d" providerId="LiveId" clId="{09F4C4B3-9D0F-4966-B544-B9DABFD410E9}" dt="2024-08-03T10:59:35.258" v="37" actId="1032"/>
          <ac:graphicFrameMkLst>
            <pc:docMk/>
            <pc:sldMk cId="1066230605" sldId="299"/>
            <ac:graphicFrameMk id="4" creationId="{992B7338-5DC6-7FC9-3ECC-5DEE2B5C18A2}"/>
          </ac:graphicFrameMkLst>
        </pc:graphicFrameChg>
      </pc:sldChg>
      <pc:sldChg chg="new del">
        <pc:chgData name="Chris Woodruff" userId="2dbf025665e4d94d" providerId="LiveId" clId="{09F4C4B3-9D0F-4966-B544-B9DABFD410E9}" dt="2024-08-03T11:21:21.103" v="159" actId="47"/>
        <pc:sldMkLst>
          <pc:docMk/>
          <pc:sldMk cId="3913683875" sldId="300"/>
        </pc:sldMkLst>
      </pc:sldChg>
      <pc:sldChg chg="modSp new mod ord">
        <pc:chgData name="Chris Woodruff" userId="2dbf025665e4d94d" providerId="LiveId" clId="{09F4C4B3-9D0F-4966-B544-B9DABFD410E9}" dt="2024-08-03T11:14:28.700" v="104" actId="20577"/>
        <pc:sldMkLst>
          <pc:docMk/>
          <pc:sldMk cId="2299079219" sldId="301"/>
        </pc:sldMkLst>
        <pc:spChg chg="mod">
          <ac:chgData name="Chris Woodruff" userId="2dbf025665e4d94d" providerId="LiveId" clId="{09F4C4B3-9D0F-4966-B544-B9DABFD410E9}" dt="2024-08-03T11:14:28.700" v="104" actId="20577"/>
          <ac:spMkLst>
            <pc:docMk/>
            <pc:sldMk cId="2299079219" sldId="301"/>
            <ac:spMk id="2" creationId="{575F99B6-9269-8E70-1D81-A8CF44F910F5}"/>
          </ac:spMkLst>
        </pc:spChg>
      </pc:sldChg>
      <pc:sldChg chg="addSp delSp modSp new mod modClrScheme modAnim chgLayout">
        <pc:chgData name="Chris Woodruff" userId="2dbf025665e4d94d" providerId="LiveId" clId="{09F4C4B3-9D0F-4966-B544-B9DABFD410E9}" dt="2024-08-03T11:17:49.809" v="125" actId="14100"/>
        <pc:sldMkLst>
          <pc:docMk/>
          <pc:sldMk cId="1688344529" sldId="302"/>
        </pc:sldMkLst>
        <pc:spChg chg="del mod ord">
          <ac:chgData name="Chris Woodruff" userId="2dbf025665e4d94d" providerId="LiveId" clId="{09F4C4B3-9D0F-4966-B544-B9DABFD410E9}" dt="2024-08-03T11:14:44.842" v="106" actId="700"/>
          <ac:spMkLst>
            <pc:docMk/>
            <pc:sldMk cId="1688344529" sldId="302"/>
            <ac:spMk id="2" creationId="{D2A24A43-CF7F-92E6-A231-8636EFD45336}"/>
          </ac:spMkLst>
        </pc:spChg>
        <pc:spChg chg="del mod ord">
          <ac:chgData name="Chris Woodruff" userId="2dbf025665e4d94d" providerId="LiveId" clId="{09F4C4B3-9D0F-4966-B544-B9DABFD410E9}" dt="2024-08-03T11:14:44.842" v="106" actId="700"/>
          <ac:spMkLst>
            <pc:docMk/>
            <pc:sldMk cId="1688344529" sldId="302"/>
            <ac:spMk id="3" creationId="{12AD8E82-1565-1AFC-05A3-3D04B57D2B46}"/>
          </ac:spMkLst>
        </pc:spChg>
        <pc:spChg chg="add mod ord">
          <ac:chgData name="Chris Woodruff" userId="2dbf025665e4d94d" providerId="LiveId" clId="{09F4C4B3-9D0F-4966-B544-B9DABFD410E9}" dt="2024-08-03T11:15:39.291" v="114" actId="20577"/>
          <ac:spMkLst>
            <pc:docMk/>
            <pc:sldMk cId="1688344529" sldId="302"/>
            <ac:spMk id="4" creationId="{48F1777E-AE3C-172B-11F8-F9A6983B02E1}"/>
          </ac:spMkLst>
        </pc:spChg>
        <pc:spChg chg="add del mod ord">
          <ac:chgData name="Chris Woodruff" userId="2dbf025665e4d94d" providerId="LiveId" clId="{09F4C4B3-9D0F-4966-B544-B9DABFD410E9}" dt="2024-08-03T11:14:48.825" v="107" actId="478"/>
          <ac:spMkLst>
            <pc:docMk/>
            <pc:sldMk cId="1688344529" sldId="302"/>
            <ac:spMk id="5" creationId="{A6B64059-6B34-BA21-B5BB-2C3762818BF5}"/>
          </ac:spMkLst>
        </pc:spChg>
        <pc:spChg chg="add mod ord">
          <ac:chgData name="Chris Woodruff" userId="2dbf025665e4d94d" providerId="LiveId" clId="{09F4C4B3-9D0F-4966-B544-B9DABFD410E9}" dt="2024-08-03T11:14:44.842" v="106" actId="700"/>
          <ac:spMkLst>
            <pc:docMk/>
            <pc:sldMk cId="1688344529" sldId="302"/>
            <ac:spMk id="6" creationId="{3074B069-AD2C-52B5-E7B2-3ACAF66514A7}"/>
          </ac:spMkLst>
        </pc:spChg>
        <pc:spChg chg="add mod">
          <ac:chgData name="Chris Woodruff" userId="2dbf025665e4d94d" providerId="LiveId" clId="{09F4C4B3-9D0F-4966-B544-B9DABFD410E9}" dt="2024-08-03T11:17:16.696" v="120" actId="14100"/>
          <ac:spMkLst>
            <pc:docMk/>
            <pc:sldMk cId="1688344529" sldId="302"/>
            <ac:spMk id="7" creationId="{478CA706-551B-395F-2E11-0ED9467C83F8}"/>
          </ac:spMkLst>
        </pc:spChg>
        <pc:spChg chg="add mod">
          <ac:chgData name="Chris Woodruff" userId="2dbf025665e4d94d" providerId="LiveId" clId="{09F4C4B3-9D0F-4966-B544-B9DABFD410E9}" dt="2024-08-03T11:17:49.809" v="125" actId="14100"/>
          <ac:spMkLst>
            <pc:docMk/>
            <pc:sldMk cId="1688344529" sldId="302"/>
            <ac:spMk id="8" creationId="{32B703AE-0B82-A6AA-6F58-E80BE115547A}"/>
          </ac:spMkLst>
        </pc:spChg>
        <pc:picChg chg="add mod">
          <ac:chgData name="Chris Woodruff" userId="2dbf025665e4d94d" providerId="LiveId" clId="{09F4C4B3-9D0F-4966-B544-B9DABFD410E9}" dt="2024-08-03T11:14:54.001" v="109" actId="1076"/>
          <ac:picMkLst>
            <pc:docMk/>
            <pc:sldMk cId="1688344529" sldId="302"/>
            <ac:picMk id="1026" creationId="{69E5064B-980A-D81A-3971-8D791A6AC771}"/>
          </ac:picMkLst>
        </pc:picChg>
      </pc:sldChg>
      <pc:sldChg chg="addSp delSp modSp new mod modAnim">
        <pc:chgData name="Chris Woodruff" userId="2dbf025665e4d94d" providerId="LiveId" clId="{09F4C4B3-9D0F-4966-B544-B9DABFD410E9}" dt="2024-08-03T11:20:09.473" v="157" actId="1076"/>
        <pc:sldMkLst>
          <pc:docMk/>
          <pc:sldMk cId="45246270" sldId="303"/>
        </pc:sldMkLst>
        <pc:spChg chg="mod">
          <ac:chgData name="Chris Woodruff" userId="2dbf025665e4d94d" providerId="LiveId" clId="{09F4C4B3-9D0F-4966-B544-B9DABFD410E9}" dt="2024-08-03T11:19:28.048" v="150"/>
          <ac:spMkLst>
            <pc:docMk/>
            <pc:sldMk cId="45246270" sldId="303"/>
            <ac:spMk id="2" creationId="{F5445DA9-C2DD-22E4-8CF9-4AFC1C8BD394}"/>
          </ac:spMkLst>
        </pc:spChg>
        <pc:spChg chg="del">
          <ac:chgData name="Chris Woodruff" userId="2dbf025665e4d94d" providerId="LiveId" clId="{09F4C4B3-9D0F-4966-B544-B9DABFD410E9}" dt="2024-08-03T11:18:36.967" v="127" actId="478"/>
          <ac:spMkLst>
            <pc:docMk/>
            <pc:sldMk cId="45246270" sldId="303"/>
            <ac:spMk id="3" creationId="{DF137DDE-0AC6-EFDA-799F-4E7CC6E3EB0B}"/>
          </ac:spMkLst>
        </pc:spChg>
        <pc:spChg chg="add mod">
          <ac:chgData name="Chris Woodruff" userId="2dbf025665e4d94d" providerId="LiveId" clId="{09F4C4B3-9D0F-4966-B544-B9DABFD410E9}" dt="2024-08-03T11:19:55.311" v="155" actId="14100"/>
          <ac:spMkLst>
            <pc:docMk/>
            <pc:sldMk cId="45246270" sldId="303"/>
            <ac:spMk id="5" creationId="{569661E1-1320-5E4D-5B62-CA6DD4086DC0}"/>
          </ac:spMkLst>
        </pc:spChg>
        <pc:spChg chg="add mod">
          <ac:chgData name="Chris Woodruff" userId="2dbf025665e4d94d" providerId="LiveId" clId="{09F4C4B3-9D0F-4966-B544-B9DABFD410E9}" dt="2024-08-03T11:20:09.473" v="157" actId="1076"/>
          <ac:spMkLst>
            <pc:docMk/>
            <pc:sldMk cId="45246270" sldId="303"/>
            <ac:spMk id="6" creationId="{4E21D49A-2295-5D54-AC7A-2828FF398F7E}"/>
          </ac:spMkLst>
        </pc:spChg>
        <pc:picChg chg="add mod">
          <ac:chgData name="Chris Woodruff" userId="2dbf025665e4d94d" providerId="LiveId" clId="{09F4C4B3-9D0F-4966-B544-B9DABFD410E9}" dt="2024-08-03T11:19:49.504" v="154" actId="1076"/>
          <ac:picMkLst>
            <pc:docMk/>
            <pc:sldMk cId="45246270" sldId="303"/>
            <ac:picMk id="2050" creationId="{D2630514-CE96-D281-ED73-8C14AE5CB694}"/>
          </ac:picMkLst>
        </pc:picChg>
      </pc:sldChg>
    </pc:docChg>
  </pc:docChgLst>
</pc:chgInfo>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2.xml"/><Relationship Id="rId1" Type="http://schemas.microsoft.com/office/2011/relationships/chartStyle" Target="style2.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Blad1!$B$1</c:f>
              <c:strCache>
                <c:ptCount val="1"/>
                <c:pt idx="0">
                  <c:v>Serie 1</c:v>
                </c:pt>
              </c:strCache>
            </c:strRef>
          </c:tx>
          <c:spPr>
            <a:solidFill>
              <a:schemeClr val="accent2"/>
            </a:solidFill>
            <a:ln>
              <a:noFill/>
            </a:ln>
            <a:effectLst/>
          </c:spPr>
          <c:invertIfNegative val="0"/>
          <c:cat>
            <c:strRef>
              <c:f>Blad1!$A$2:$A$5</c:f>
              <c:strCache>
                <c:ptCount val="3"/>
                <c:pt idx="0">
                  <c:v>Kategori 1</c:v>
                </c:pt>
                <c:pt idx="1">
                  <c:v>Kategori 2</c:v>
                </c:pt>
                <c:pt idx="2">
                  <c:v>Kategori 3</c:v>
                </c:pt>
              </c:strCache>
            </c:strRef>
          </c:cat>
          <c:val>
            <c:numRef>
              <c:f>Blad1!$B$2:$B$5</c:f>
              <c:numCache>
                <c:formatCode>General</c:formatCode>
                <c:ptCount val="4"/>
                <c:pt idx="0">
                  <c:v>4.3</c:v>
                </c:pt>
                <c:pt idx="1">
                  <c:v>2.5</c:v>
                </c:pt>
                <c:pt idx="2">
                  <c:v>1.5</c:v>
                </c:pt>
              </c:numCache>
            </c:numRef>
          </c:val>
          <c:extLst>
            <c:ext xmlns:c16="http://schemas.microsoft.com/office/drawing/2014/chart" uri="{C3380CC4-5D6E-409C-BE32-E72D297353CC}">
              <c16:uniqueId val="{00000000-CE58-2B49-96C8-95C8BF49D177}"/>
            </c:ext>
          </c:extLst>
        </c:ser>
        <c:ser>
          <c:idx val="1"/>
          <c:order val="1"/>
          <c:tx>
            <c:strRef>
              <c:f>Blad1!$C$1</c:f>
              <c:strCache>
                <c:ptCount val="1"/>
                <c:pt idx="0">
                  <c:v>Serie 2</c:v>
                </c:pt>
              </c:strCache>
            </c:strRef>
          </c:tx>
          <c:spPr>
            <a:solidFill>
              <a:schemeClr val="accent4"/>
            </a:solidFill>
            <a:ln>
              <a:noFill/>
            </a:ln>
            <a:effectLst/>
          </c:spPr>
          <c:invertIfNegative val="0"/>
          <c:cat>
            <c:strRef>
              <c:f>Blad1!$A$2:$A$5</c:f>
              <c:strCache>
                <c:ptCount val="3"/>
                <c:pt idx="0">
                  <c:v>Kategori 1</c:v>
                </c:pt>
                <c:pt idx="1">
                  <c:v>Kategori 2</c:v>
                </c:pt>
                <c:pt idx="2">
                  <c:v>Kategori 3</c:v>
                </c:pt>
              </c:strCache>
            </c:strRef>
          </c:cat>
          <c:val>
            <c:numRef>
              <c:f>Blad1!$C$2:$C$5</c:f>
              <c:numCache>
                <c:formatCode>General</c:formatCode>
                <c:ptCount val="4"/>
                <c:pt idx="0">
                  <c:v>2.4</c:v>
                </c:pt>
                <c:pt idx="1">
                  <c:v>4.4000000000000004</c:v>
                </c:pt>
                <c:pt idx="2">
                  <c:v>2.6</c:v>
                </c:pt>
              </c:numCache>
            </c:numRef>
          </c:val>
          <c:extLst>
            <c:ext xmlns:c16="http://schemas.microsoft.com/office/drawing/2014/chart" uri="{C3380CC4-5D6E-409C-BE32-E72D297353CC}">
              <c16:uniqueId val="{00000001-CE58-2B49-96C8-95C8BF49D177}"/>
            </c:ext>
          </c:extLst>
        </c:ser>
        <c:ser>
          <c:idx val="2"/>
          <c:order val="2"/>
          <c:tx>
            <c:strRef>
              <c:f>Blad1!$D$1</c:f>
              <c:strCache>
                <c:ptCount val="1"/>
                <c:pt idx="0">
                  <c:v>Kolumn2</c:v>
                </c:pt>
              </c:strCache>
            </c:strRef>
          </c:tx>
          <c:spPr>
            <a:solidFill>
              <a:schemeClr val="accent6"/>
            </a:solidFill>
            <a:ln>
              <a:noFill/>
            </a:ln>
            <a:effectLst/>
          </c:spPr>
          <c:invertIfNegative val="0"/>
          <c:cat>
            <c:strRef>
              <c:f>Blad1!$A$2:$A$5</c:f>
              <c:strCache>
                <c:ptCount val="3"/>
                <c:pt idx="0">
                  <c:v>Kategori 1</c:v>
                </c:pt>
                <c:pt idx="1">
                  <c:v>Kategori 2</c:v>
                </c:pt>
                <c:pt idx="2">
                  <c:v>Kategori 3</c:v>
                </c:pt>
              </c:strCache>
            </c:strRef>
          </c:cat>
          <c:val>
            <c:numRef>
              <c:f>Blad1!$D$2:$D$5</c:f>
              <c:numCache>
                <c:formatCode>General</c:formatCode>
                <c:ptCount val="4"/>
                <c:pt idx="0">
                  <c:v>2.4</c:v>
                </c:pt>
                <c:pt idx="1">
                  <c:v>3.4</c:v>
                </c:pt>
                <c:pt idx="2">
                  <c:v>3</c:v>
                </c:pt>
              </c:numCache>
            </c:numRef>
          </c:val>
          <c:extLst>
            <c:ext xmlns:c16="http://schemas.microsoft.com/office/drawing/2014/chart" uri="{C3380CC4-5D6E-409C-BE32-E72D297353CC}">
              <c16:uniqueId val="{00000002-CE58-2B49-96C8-95C8BF49D177}"/>
            </c:ext>
          </c:extLst>
        </c:ser>
        <c:dLbls>
          <c:showLegendKey val="0"/>
          <c:showVal val="0"/>
          <c:showCatName val="0"/>
          <c:showSerName val="0"/>
          <c:showPercent val="0"/>
          <c:showBubbleSize val="0"/>
        </c:dLbls>
        <c:gapWidth val="219"/>
        <c:overlap val="-27"/>
        <c:axId val="106872448"/>
        <c:axId val="106889488"/>
      </c:barChart>
      <c:catAx>
        <c:axId val="10687244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sv-SE"/>
          </a:p>
        </c:txPr>
        <c:crossAx val="106889488"/>
        <c:crosses val="autoZero"/>
        <c:auto val="1"/>
        <c:lblAlgn val="ctr"/>
        <c:lblOffset val="100"/>
        <c:noMultiLvlLbl val="0"/>
      </c:catAx>
      <c:valAx>
        <c:axId val="106889488"/>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sv-SE"/>
          </a:p>
        </c:txPr>
        <c:crossAx val="106872448"/>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sv-SE"/>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sv-SE"/>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3"/>
    </mc:Choice>
    <mc:Fallback>
      <c:style val="3"/>
    </mc:Fallback>
  </mc:AlternateContent>
  <c:chart>
    <c:title>
      <c:overlay val="0"/>
      <c:spPr>
        <a:noFill/>
        <a:ln>
          <a:noFill/>
        </a:ln>
        <a:effectLst/>
      </c:spPr>
      <c:txPr>
        <a:bodyPr rot="0" spcFirstLastPara="1" vertOverflow="ellipsis" vert="horz" wrap="square" anchor="ctr" anchorCtr="1"/>
        <a:lstStyle/>
        <a:p>
          <a:pPr>
            <a:defRPr sz="1862" b="1" i="0" u="none" strike="noStrike" kern="1200" cap="all" spc="50" baseline="0">
              <a:solidFill>
                <a:schemeClr val="tx1">
                  <a:lumMod val="65000"/>
                  <a:lumOff val="35000"/>
                </a:schemeClr>
              </a:solidFill>
              <a:latin typeface="+mn-lt"/>
              <a:ea typeface="+mn-ea"/>
              <a:cs typeface="+mn-cs"/>
            </a:defRPr>
          </a:pPr>
          <a:endParaRPr lang="sv-SE"/>
        </a:p>
      </c:txPr>
    </c:title>
    <c:autoTitleDeleted val="0"/>
    <c:plotArea>
      <c:layout/>
      <c:doughnutChart>
        <c:varyColors val="1"/>
        <c:ser>
          <c:idx val="0"/>
          <c:order val="0"/>
          <c:tx>
            <c:strRef>
              <c:f>Blad1!$B$1</c:f>
              <c:strCache>
                <c:ptCount val="1"/>
                <c:pt idx="0">
                  <c:v>Försäljning</c:v>
                </c:pt>
              </c:strCache>
            </c:strRef>
          </c:tx>
          <c:dPt>
            <c:idx val="0"/>
            <c:bubble3D val="0"/>
            <c:spPr>
              <a:solidFill>
                <a:schemeClr val="accent1">
                  <a:shade val="58000"/>
                </a:schemeClr>
              </a:solidFill>
              <a:ln>
                <a:noFill/>
              </a:ln>
              <a:effectLst/>
              <a:scene3d>
                <a:camera prst="orthographicFront"/>
                <a:lightRig rig="brightRoom" dir="t"/>
              </a:scene3d>
              <a:sp3d prstMaterial="flat">
                <a:bevelT w="50800" h="101600" prst="angle"/>
                <a:contourClr>
                  <a:srgbClr val="000000"/>
                </a:contourClr>
              </a:sp3d>
            </c:spPr>
            <c:extLst>
              <c:ext xmlns:c16="http://schemas.microsoft.com/office/drawing/2014/chart" uri="{C3380CC4-5D6E-409C-BE32-E72D297353CC}">
                <c16:uniqueId val="{00000001-ED8E-6C49-885F-D6BDF2DEC18D}"/>
              </c:ext>
            </c:extLst>
          </c:dPt>
          <c:dPt>
            <c:idx val="1"/>
            <c:bubble3D val="0"/>
            <c:spPr>
              <a:solidFill>
                <a:schemeClr val="accent1">
                  <a:shade val="86000"/>
                </a:schemeClr>
              </a:solidFill>
              <a:ln>
                <a:noFill/>
              </a:ln>
              <a:effectLst/>
              <a:scene3d>
                <a:camera prst="orthographicFront"/>
                <a:lightRig rig="brightRoom" dir="t"/>
              </a:scene3d>
              <a:sp3d prstMaterial="flat">
                <a:bevelT w="50800" h="101600" prst="angle"/>
                <a:contourClr>
                  <a:srgbClr val="000000"/>
                </a:contourClr>
              </a:sp3d>
            </c:spPr>
            <c:extLst>
              <c:ext xmlns:c16="http://schemas.microsoft.com/office/drawing/2014/chart" uri="{C3380CC4-5D6E-409C-BE32-E72D297353CC}">
                <c16:uniqueId val="{00000003-ED8E-6C49-885F-D6BDF2DEC18D}"/>
              </c:ext>
            </c:extLst>
          </c:dPt>
          <c:dPt>
            <c:idx val="2"/>
            <c:bubble3D val="0"/>
            <c:spPr>
              <a:solidFill>
                <a:schemeClr val="accent1">
                  <a:tint val="86000"/>
                </a:schemeClr>
              </a:solidFill>
              <a:ln>
                <a:noFill/>
              </a:ln>
              <a:effectLst/>
              <a:scene3d>
                <a:camera prst="orthographicFront"/>
                <a:lightRig rig="brightRoom" dir="t"/>
              </a:scene3d>
              <a:sp3d prstMaterial="flat">
                <a:bevelT w="50800" h="101600" prst="angle"/>
                <a:contourClr>
                  <a:srgbClr val="000000"/>
                </a:contourClr>
              </a:sp3d>
            </c:spPr>
            <c:extLst>
              <c:ext xmlns:c16="http://schemas.microsoft.com/office/drawing/2014/chart" uri="{C3380CC4-5D6E-409C-BE32-E72D297353CC}">
                <c16:uniqueId val="{00000005-ED8E-6C49-885F-D6BDF2DEC18D}"/>
              </c:ext>
            </c:extLst>
          </c:dPt>
          <c:dPt>
            <c:idx val="3"/>
            <c:bubble3D val="0"/>
            <c:spPr>
              <a:solidFill>
                <a:schemeClr val="accent1">
                  <a:tint val="58000"/>
                </a:schemeClr>
              </a:solidFill>
              <a:ln>
                <a:noFill/>
              </a:ln>
              <a:effectLst/>
              <a:scene3d>
                <a:camera prst="orthographicFront"/>
                <a:lightRig rig="brightRoom" dir="t"/>
              </a:scene3d>
              <a:sp3d prstMaterial="flat">
                <a:bevelT w="50800" h="101600" prst="angle"/>
                <a:contourClr>
                  <a:srgbClr val="000000"/>
                </a:contourClr>
              </a:sp3d>
            </c:spPr>
            <c:extLst>
              <c:ext xmlns:c16="http://schemas.microsoft.com/office/drawing/2014/chart" uri="{C3380CC4-5D6E-409C-BE32-E72D297353CC}">
                <c16:uniqueId val="{00000007-ED8E-6C49-885F-D6BDF2DEC18D}"/>
              </c:ext>
            </c:extLst>
          </c:dPt>
          <c:dLbls>
            <c:spPr>
              <a:noFill/>
              <a:ln>
                <a:noFill/>
              </a:ln>
              <a:effectLst/>
            </c:spPr>
            <c:txPr>
              <a:bodyPr rot="0" spcFirstLastPara="1" vertOverflow="ellipsis" vert="horz" wrap="square" lIns="38100" tIns="19050" rIns="38100" bIns="19050" anchor="ctr" anchorCtr="1">
                <a:spAutoFit/>
              </a:bodyPr>
              <a:lstStyle/>
              <a:p>
                <a:pPr>
                  <a:defRPr sz="1197" b="1" i="0" u="none" strike="noStrike" kern="1200" baseline="0">
                    <a:solidFill>
                      <a:schemeClr val="lt1"/>
                    </a:solidFill>
                    <a:latin typeface="+mn-lt"/>
                    <a:ea typeface="+mn-ea"/>
                    <a:cs typeface="+mn-cs"/>
                  </a:defRPr>
                </a:pPr>
                <a:endParaRPr lang="sv-SE"/>
              </a:p>
            </c:txPr>
            <c:showLegendKey val="0"/>
            <c:showVal val="0"/>
            <c:showCatName val="0"/>
            <c:showSerName val="0"/>
            <c:showPercent val="1"/>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Blad1!$A$2:$A$5</c:f>
              <c:strCache>
                <c:ptCount val="4"/>
                <c:pt idx="0">
                  <c:v>Kv 1</c:v>
                </c:pt>
                <c:pt idx="1">
                  <c:v>Kv 2</c:v>
                </c:pt>
                <c:pt idx="2">
                  <c:v>Kv 3</c:v>
                </c:pt>
                <c:pt idx="3">
                  <c:v>Kv 4</c:v>
                </c:pt>
              </c:strCache>
            </c:strRef>
          </c:cat>
          <c:val>
            <c:numRef>
              <c:f>Blad1!$B$2:$B$5</c:f>
              <c:numCache>
                <c:formatCode>General</c:formatCode>
                <c:ptCount val="4"/>
                <c:pt idx="0">
                  <c:v>8.1999999999999993</c:v>
                </c:pt>
                <c:pt idx="1">
                  <c:v>3.2</c:v>
                </c:pt>
                <c:pt idx="2">
                  <c:v>1.4</c:v>
                </c:pt>
                <c:pt idx="3">
                  <c:v>1.2</c:v>
                </c:pt>
              </c:numCache>
            </c:numRef>
          </c:val>
          <c:extLst>
            <c:ext xmlns:c16="http://schemas.microsoft.com/office/drawing/2014/chart" uri="{C3380CC4-5D6E-409C-BE32-E72D297353CC}">
              <c16:uniqueId val="{00000000-BE94-664D-8D3A-611BEBF1E558}"/>
            </c:ext>
          </c:extLst>
        </c:ser>
        <c:dLbls>
          <c:showLegendKey val="0"/>
          <c:showVal val="0"/>
          <c:showCatName val="0"/>
          <c:showSerName val="0"/>
          <c:showPercent val="1"/>
          <c:showBubbleSize val="0"/>
          <c:showLeaderLines val="1"/>
        </c:dLbls>
        <c:firstSliceAng val="0"/>
        <c:holeSize val="50"/>
      </c:doughnutChart>
      <c:spPr>
        <a:noFill/>
        <a:ln>
          <a:noFill/>
        </a:ln>
        <a:effectLst/>
      </c:spPr>
    </c:plotArea>
    <c:legend>
      <c:legendPos val="t"/>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sv-SE"/>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sv-SE"/>
    </a:p>
  </c:txPr>
  <c:externalData r:id="rId3">
    <c:autoUpdate val="0"/>
  </c:externalData>
</c:chartSpace>
</file>

<file path=ppt/charts/colors1.xml><?xml version="1.0" encoding="utf-8"?>
<cs:colorStyle xmlns:cs="http://schemas.microsoft.com/office/drawing/2012/chartStyle" xmlns:a="http://schemas.openxmlformats.org/drawingml/2006/main" meth="cycle" id="12">
  <a:schemeClr val="accent2"/>
  <a:schemeClr val="accent4"/>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withinLinear" id="14">
  <a:schemeClr val="accent1"/>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58">
  <cs:axisTitle>
    <cs:lnRef idx="0"/>
    <cs:fillRef idx="0"/>
    <cs:effectRef idx="0"/>
    <cs:fontRef idx="minor">
      <a:schemeClr val="tx1">
        <a:lumMod val="65000"/>
        <a:lumOff val="35000"/>
      </a:schemeClr>
    </cs:fontRef>
    <cs:defRPr sz="1197" kern="1200"/>
  </cs:axisTitle>
  <cs:categoryAxis>
    <cs:lnRef idx="0"/>
    <cs:fillRef idx="0"/>
    <cs:effectRef idx="0"/>
    <cs:fontRef idx="minor">
      <a:schemeClr val="tx1">
        <a:lumMod val="65000"/>
        <a:lumOff val="35000"/>
      </a:schemeClr>
    </cs:fontRef>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lt1"/>
    </cs:fontRef>
    <cs:defRPr sz="1197" b="1"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tx1"/>
    </cs:fontRef>
    <cs:spPr>
      <a:solidFill>
        <a:schemeClr val="phClr"/>
      </a:solidFill>
      <a:scene3d>
        <a:camera prst="orthographicFront"/>
        <a:lightRig rig="brightRoom" dir="t"/>
      </a:scene3d>
      <a:sp3d prstMaterial="flat">
        <a:bevelT w="50800" h="101600" prst="angle"/>
        <a:contourClr>
          <a:srgbClr val="000000"/>
        </a:contourClr>
      </a:sp3d>
    </cs:spPr>
  </cs:dataPoint>
  <cs:dataPoint3D>
    <cs:lnRef idx="0"/>
    <cs:fillRef idx="0">
      <cs:styleClr val="auto"/>
    </cs:fillRef>
    <cs:effectRef idx="0"/>
    <cs:fontRef idx="minor">
      <a:schemeClr val="tx1"/>
    </cs:fontRef>
    <cs:spPr>
      <a:solidFill>
        <a:schemeClr val="phClr"/>
      </a:solidFill>
      <a:ln w="1905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fillRef idx="0">
      <cs:styleClr val="auto"/>
    </cs:fillRef>
    <cs:effectRef idx="0"/>
    <cs:fontRef idx="minor">
      <a:schemeClr val="tx1"/>
    </cs:fontRef>
    <cs:spPr>
      <a:solidFill>
        <a:schemeClr val="phClr"/>
      </a:solidFill>
      <a:ln w="9525">
        <a:solidFill>
          <a:schemeClr val="lt1"/>
        </a:solidFill>
      </a:ln>
    </cs:spPr>
  </cs:dataPointMarker>
  <cs:dataPointMarkerLayout symbol="circle" size="6"/>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1" i="0" kern="1200" cap="all" spc="50" baseline="0"/>
  </cs:title>
  <cs:trendline>
    <cs:lnRef idx="0">
      <cs:styleClr val="auto"/>
    </cs:lnRef>
    <cs:fillRef idx="0"/>
    <cs:effectRef idx="0"/>
    <cs:fontRef idx="minor">
      <a:schemeClr val="tx1"/>
    </cs:fontRef>
    <cs:spPr>
      <a:ln w="19050" cap="rnd">
        <a:solidFill>
          <a:schemeClr val="phClr"/>
        </a:solidFill>
        <a:prstDash val="sysDash"/>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66E1BA5-F484-7A45-8C41-A507B85B6E0D}" type="datetimeFigureOut">
              <a:rPr lang="en-US" smtClean="0"/>
              <a:t>9/8/26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55DDDFB-DAA8-9E42-B2E4-1FDF436B83DF}" type="slidenum">
              <a:rPr lang="en-US" smtClean="0"/>
              <a:t>‹#›</a:t>
            </a:fld>
            <a:endParaRPr lang="en-US"/>
          </a:p>
        </p:txBody>
      </p:sp>
    </p:spTree>
    <p:extLst>
      <p:ext uri="{BB962C8B-B14F-4D97-AF65-F5344CB8AC3E}">
        <p14:creationId xmlns:p14="http://schemas.microsoft.com/office/powerpoint/2010/main" val="47153426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55DDDFB-DAA8-9E42-B2E4-1FDF436B83DF}" type="slidenum">
              <a:rPr lang="en-US" smtClean="0"/>
              <a:t>1</a:t>
            </a:fld>
            <a:endParaRPr lang="en-US"/>
          </a:p>
        </p:txBody>
      </p:sp>
    </p:spTree>
    <p:extLst>
      <p:ext uri="{BB962C8B-B14F-4D97-AF65-F5344CB8AC3E}">
        <p14:creationId xmlns:p14="http://schemas.microsoft.com/office/powerpoint/2010/main" val="184651080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"Imagine you're working on a critical piece of software that must run flawlessly in a high-stakes environment, like the core system of a spacecraft or a financial trading platform. The stakes are incredibly high, and even the smallest memory leak or concurrency bug can lead to catastrophic failures. In the past, such systems were often written in languages like C or C++ for their performance, but at the cost of potentially costly and hard-to-detect bugs.</a:t>
            </a:r>
          </a:p>
          <a:p>
            <a:endParaRPr lang="en-US" dirty="0"/>
          </a:p>
          <a:p>
            <a:r>
              <a:rPr lang="en-US" dirty="0"/>
              <a:t>Enter Rust—a language designed to provide the performance of C++ with the safety guarantees that prevent those disastrous bugs. Companies like Microsoft, Mozilla, and Dropbox are already leveraging Rust to build reliable, high-performance systems. In fact, Microsoft is using Rust to eliminate security vulnerabilities in their critical infrastructure, and Mozilla built their high-speed, memory-safe browser engine, Servo, using Rust.</a:t>
            </a:r>
          </a:p>
          <a:p>
            <a:endParaRPr lang="en-US" dirty="0"/>
          </a:p>
          <a:p>
            <a:r>
              <a:rPr lang="en-US" dirty="0"/>
              <a:t>As C# developers, we already understand the importance of writing clean, maintainable, and efficient code. Transitioning to Rust can empower us to write even more robust and performant applications, ensuring the highest standards of safety and efficiency in our software. Today, we’ll explore how the skills we’ve honed in C# can be leveraged to master Rust and take advantage of its growing importance in the industry."</a:t>
            </a:r>
          </a:p>
          <a:p>
            <a:endParaRPr lang="en-US" dirty="0"/>
          </a:p>
        </p:txBody>
      </p:sp>
      <p:sp>
        <p:nvSpPr>
          <p:cNvPr id="4" name="Slide Number Placeholder 3"/>
          <p:cNvSpPr>
            <a:spLocks noGrp="1"/>
          </p:cNvSpPr>
          <p:nvPr>
            <p:ph type="sldNum" sz="quarter" idx="5"/>
          </p:nvPr>
        </p:nvSpPr>
        <p:spPr/>
        <p:txBody>
          <a:bodyPr/>
          <a:lstStyle/>
          <a:p>
            <a:fld id="{955DDDFB-DAA8-9E42-B2E4-1FDF436B83DF}" type="slidenum">
              <a:rPr lang="en-US" smtClean="0"/>
              <a:t>2</a:t>
            </a:fld>
            <a:endParaRPr lang="en-US"/>
          </a:p>
        </p:txBody>
      </p:sp>
    </p:spTree>
    <p:extLst>
      <p:ext uri="{BB962C8B-B14F-4D97-AF65-F5344CB8AC3E}">
        <p14:creationId xmlns:p14="http://schemas.microsoft.com/office/powerpoint/2010/main" val="52226242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Explanation</a:t>
            </a:r>
          </a:p>
          <a:p>
            <a:endParaRPr lang="en-US" b="1" dirty="0"/>
          </a:p>
          <a:p>
            <a:pPr>
              <a:buFont typeface="+mj-lt"/>
              <a:buAutoNum type="arabicPeriod"/>
            </a:pPr>
            <a:r>
              <a:rPr lang="en-US" b="1" dirty="0"/>
              <a:t>Channel Creation</a:t>
            </a:r>
            <a:r>
              <a:rPr lang="en-US" dirty="0"/>
              <a:t>: </a:t>
            </a:r>
            <a:r>
              <a:rPr lang="en-US" dirty="0" err="1"/>
              <a:t>mpsc</a:t>
            </a:r>
            <a:r>
              <a:rPr lang="en-US" dirty="0"/>
              <a:t>::channel creates a transmitter (</a:t>
            </a:r>
            <a:r>
              <a:rPr lang="en-US" dirty="0" err="1"/>
              <a:t>tx</a:t>
            </a:r>
            <a:r>
              <a:rPr lang="en-US" dirty="0"/>
              <a:t>) and receiver (</a:t>
            </a:r>
            <a:r>
              <a:rPr lang="en-US" dirty="0" err="1"/>
              <a:t>rx</a:t>
            </a:r>
            <a:r>
              <a:rPr lang="en-US" dirty="0"/>
              <a:t>) for sending messages between threads.</a:t>
            </a:r>
          </a:p>
          <a:p>
            <a:pPr>
              <a:buFont typeface="+mj-lt"/>
              <a:buAutoNum type="arabicPeriod"/>
            </a:pPr>
            <a:r>
              <a:rPr lang="en-US" b="1" dirty="0"/>
              <a:t>Thread Spawning</a:t>
            </a:r>
            <a:r>
              <a:rPr lang="en-US" dirty="0"/>
              <a:t>: thread::spawn creates a new thread. The transmitter </a:t>
            </a:r>
            <a:r>
              <a:rPr lang="en-US" dirty="0" err="1"/>
              <a:t>tx</a:t>
            </a:r>
            <a:r>
              <a:rPr lang="en-US" dirty="0"/>
              <a:t> is moved into the closure, ensuring that it is used safely within the new thread.</a:t>
            </a:r>
          </a:p>
          <a:p>
            <a:pPr>
              <a:buFont typeface="+mj-lt"/>
              <a:buAutoNum type="arabicPeriod"/>
            </a:pPr>
            <a:r>
              <a:rPr lang="en-US" b="1" dirty="0"/>
              <a:t>Message Sending</a:t>
            </a:r>
            <a:r>
              <a:rPr lang="en-US" dirty="0"/>
              <a:t>: The thread sends a message through the channel using </a:t>
            </a:r>
            <a:r>
              <a:rPr lang="en-US" dirty="0" err="1"/>
              <a:t>tx.send</a:t>
            </a:r>
            <a:r>
              <a:rPr lang="en-US" dirty="0"/>
              <a:t>(</a:t>
            </a:r>
            <a:r>
              <a:rPr lang="en-US" dirty="0" err="1"/>
              <a:t>val</a:t>
            </a:r>
            <a:r>
              <a:rPr lang="en-US" dirty="0"/>
              <a:t>).unwrap(). The ownership of </a:t>
            </a:r>
            <a:r>
              <a:rPr lang="en-US" dirty="0" err="1"/>
              <a:t>val</a:t>
            </a:r>
            <a:r>
              <a:rPr lang="en-US" dirty="0"/>
              <a:t> is transferred to the channel, ensuring no concurrent access issues.</a:t>
            </a:r>
          </a:p>
          <a:p>
            <a:pPr>
              <a:buFont typeface="+mj-lt"/>
              <a:buAutoNum type="arabicPeriod"/>
            </a:pPr>
            <a:r>
              <a:rPr lang="en-US" b="1" dirty="0"/>
              <a:t>Message Receiving</a:t>
            </a:r>
            <a:r>
              <a:rPr lang="en-US" dirty="0"/>
              <a:t>: The main thread receives the message using </a:t>
            </a:r>
            <a:r>
              <a:rPr lang="en-US" dirty="0" err="1"/>
              <a:t>rx.recv</a:t>
            </a:r>
            <a:r>
              <a:rPr lang="en-US" dirty="0"/>
              <a:t>().unwrap(), ensuring safe communication between threads.</a:t>
            </a:r>
          </a:p>
          <a:p>
            <a:pPr>
              <a:buFont typeface="+mj-lt"/>
              <a:buAutoNum type="arabicPeriod"/>
            </a:pPr>
            <a:r>
              <a:rPr lang="en-US" b="1" dirty="0"/>
              <a:t>Thread Joining</a:t>
            </a:r>
            <a:r>
              <a:rPr lang="en-US" dirty="0"/>
              <a:t>: </a:t>
            </a:r>
            <a:r>
              <a:rPr lang="en-US" dirty="0" err="1"/>
              <a:t>handle.join</a:t>
            </a:r>
            <a:r>
              <a:rPr lang="en-US" dirty="0"/>
              <a:t>().unwrap() ensures that the main thread waits for the spawned thread to finish before exiting, preventing any potential race conditions.</a:t>
            </a:r>
          </a:p>
          <a:p>
            <a:pPr>
              <a:buFont typeface="+mj-lt"/>
              <a:buAutoNum type="arabicPeriod"/>
            </a:pPr>
            <a:endParaRPr lang="en-US" dirty="0"/>
          </a:p>
          <a:p>
            <a:r>
              <a:rPr lang="en-US" dirty="0"/>
              <a:t>Rust’s design enforces strict compile-time checks to ensure that all concurrent code adheres to safe practices, making it a powerful tool for writing safe and efficient concurrent programs.</a:t>
            </a:r>
          </a:p>
          <a:p>
            <a:endParaRPr lang="en-US" dirty="0"/>
          </a:p>
        </p:txBody>
      </p:sp>
      <p:sp>
        <p:nvSpPr>
          <p:cNvPr id="4" name="Slide Number Placeholder 3"/>
          <p:cNvSpPr>
            <a:spLocks noGrp="1"/>
          </p:cNvSpPr>
          <p:nvPr>
            <p:ph type="sldNum" sz="quarter" idx="5"/>
          </p:nvPr>
        </p:nvSpPr>
        <p:spPr/>
        <p:txBody>
          <a:bodyPr/>
          <a:lstStyle/>
          <a:p>
            <a:fld id="{955DDDFB-DAA8-9E42-B2E4-1FDF436B83DF}" type="slidenum">
              <a:rPr lang="en-US" smtClean="0"/>
              <a:t>33</a:t>
            </a:fld>
            <a:endParaRPr lang="en-US"/>
          </a:p>
        </p:txBody>
      </p:sp>
    </p:spTree>
    <p:extLst>
      <p:ext uri="{BB962C8B-B14F-4D97-AF65-F5344CB8AC3E}">
        <p14:creationId xmlns:p14="http://schemas.microsoft.com/office/powerpoint/2010/main" val="51911697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Rust</a:t>
            </a:r>
          </a:p>
          <a:p>
            <a:r>
              <a:rPr lang="en-US" dirty="0"/>
              <a:t>Crates</a:t>
            </a:r>
          </a:p>
          <a:p>
            <a:r>
              <a:rPr lang="en-US" dirty="0" err="1"/>
              <a:t>Rustup</a:t>
            </a:r>
            <a:endParaRPr lang="en-US" dirty="0"/>
          </a:p>
          <a:p>
            <a:r>
              <a:rPr lang="en-US" dirty="0" err="1"/>
              <a:t>Clippy</a:t>
            </a:r>
            <a:endParaRPr lang="en-US" dirty="0"/>
          </a:p>
          <a:p>
            <a:r>
              <a:rPr lang="en-US" dirty="0" err="1"/>
              <a:t>Rustfmt</a:t>
            </a:r>
            <a:endParaRPr lang="en-US" dirty="0"/>
          </a:p>
          <a:p>
            <a:endParaRPr lang="en-US" dirty="0"/>
          </a:p>
          <a:p>
            <a:r>
              <a:rPr lang="en-US" b="0" i="0" dirty="0" err="1">
                <a:solidFill>
                  <a:srgbClr val="8D949E"/>
                </a:solidFill>
                <a:effectLst/>
                <a:highlight>
                  <a:srgbClr val="FFFFFF"/>
                </a:highlight>
                <a:latin typeface="system-ui"/>
              </a:rPr>
              <a:t>Actix</a:t>
            </a:r>
            <a:r>
              <a:rPr lang="en-US" b="0" i="0" dirty="0">
                <a:solidFill>
                  <a:srgbClr val="8D949E"/>
                </a:solidFill>
                <a:effectLst/>
                <a:highlight>
                  <a:srgbClr val="FFFFFF"/>
                </a:highlight>
                <a:latin typeface="system-ui"/>
              </a:rPr>
              <a:t> Web</a:t>
            </a:r>
          </a:p>
          <a:p>
            <a:r>
              <a:rPr lang="en-US" b="0" i="0" dirty="0">
                <a:solidFill>
                  <a:srgbClr val="8D949E"/>
                </a:solidFill>
                <a:effectLst/>
                <a:highlight>
                  <a:srgbClr val="FFFFFF"/>
                </a:highlight>
                <a:latin typeface="system-ui"/>
              </a:rPr>
              <a:t>Rocket</a:t>
            </a:r>
          </a:p>
          <a:p>
            <a:r>
              <a:rPr lang="en-US" b="0" i="0" dirty="0">
                <a:solidFill>
                  <a:srgbClr val="8D949E"/>
                </a:solidFill>
                <a:effectLst/>
                <a:highlight>
                  <a:srgbClr val="FFFFFF"/>
                </a:highlight>
                <a:latin typeface="system-ui"/>
              </a:rPr>
              <a:t>Warp</a:t>
            </a:r>
          </a:p>
          <a:p>
            <a:r>
              <a:rPr lang="en-US" b="0" i="0" dirty="0">
                <a:solidFill>
                  <a:srgbClr val="8D949E"/>
                </a:solidFill>
                <a:effectLst/>
                <a:highlight>
                  <a:srgbClr val="FFFFFF"/>
                </a:highlight>
                <a:latin typeface="system-ui"/>
              </a:rPr>
              <a:t>Poem</a:t>
            </a:r>
            <a:endParaRPr lang="en-US" dirty="0"/>
          </a:p>
        </p:txBody>
      </p:sp>
      <p:sp>
        <p:nvSpPr>
          <p:cNvPr id="4" name="Slide Number Placeholder 3"/>
          <p:cNvSpPr>
            <a:spLocks noGrp="1"/>
          </p:cNvSpPr>
          <p:nvPr>
            <p:ph type="sldNum" sz="quarter" idx="5"/>
          </p:nvPr>
        </p:nvSpPr>
        <p:spPr/>
        <p:txBody>
          <a:bodyPr/>
          <a:lstStyle/>
          <a:p>
            <a:fld id="{955DDDFB-DAA8-9E42-B2E4-1FDF436B83DF}" type="slidenum">
              <a:rPr lang="en-US" smtClean="0"/>
              <a:t>39</a:t>
            </a:fld>
            <a:endParaRPr lang="en-US"/>
          </a:p>
        </p:txBody>
      </p:sp>
    </p:spTree>
    <p:extLst>
      <p:ext uri="{BB962C8B-B14F-4D97-AF65-F5344CB8AC3E}">
        <p14:creationId xmlns:p14="http://schemas.microsoft.com/office/powerpoint/2010/main" val="353533456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jpe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jpe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5.jpg"/><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image" Target="../media/image6.jp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chart" Target="../charts/chart1.xml"/><Relationship Id="rId1" Type="http://schemas.openxmlformats.org/officeDocument/2006/relationships/slideMaster" Target="../slideMasters/slideMaster2.xml"/><Relationship Id="rId4" Type="http://schemas.openxmlformats.org/officeDocument/2006/relationships/image" Target="../media/image7.emf"/></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8.jpg"/><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9.jpg"/><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11.emf"/><Relationship Id="rId2" Type="http://schemas.openxmlformats.org/officeDocument/2006/relationships/image" Target="../media/image10.jpg"/><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12.emf"/><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048002-315D-49B1-B10F-137139C4BF9E}"/>
              </a:ext>
            </a:extLst>
          </p:cNvPr>
          <p:cNvSpPr>
            <a:spLocks noGrp="1"/>
          </p:cNvSpPr>
          <p:nvPr>
            <p:ph type="ctrTitle"/>
          </p:nvPr>
        </p:nvSpPr>
        <p:spPr>
          <a:xfrm>
            <a:off x="854896" y="1122363"/>
            <a:ext cx="7276733" cy="3381398"/>
          </a:xfrm>
        </p:spPr>
        <p:txBody>
          <a:bodyPr anchor="b">
            <a:normAutofit/>
          </a:bodyPr>
          <a:lstStyle>
            <a:lvl1pPr algn="l">
              <a:defRPr sz="4800" cap="none" spc="0" baseline="0"/>
            </a:lvl1pPr>
          </a:lstStyle>
          <a:p>
            <a:r>
              <a:rPr lang="en-US" dirty="0"/>
              <a:t>Click to edit Master title style</a:t>
            </a:r>
          </a:p>
        </p:txBody>
      </p:sp>
      <p:sp>
        <p:nvSpPr>
          <p:cNvPr id="3" name="Subtitle 2">
            <a:extLst>
              <a:ext uri="{FF2B5EF4-FFF2-40B4-BE49-F238E27FC236}">
                <a16:creationId xmlns:a16="http://schemas.microsoft.com/office/drawing/2014/main" id="{804535E0-4D9C-4DCA-8569-64503C5DC1D4}"/>
              </a:ext>
            </a:extLst>
          </p:cNvPr>
          <p:cNvSpPr>
            <a:spLocks noGrp="1"/>
          </p:cNvSpPr>
          <p:nvPr>
            <p:ph type="subTitle" idx="1"/>
          </p:nvPr>
        </p:nvSpPr>
        <p:spPr>
          <a:xfrm>
            <a:off x="854894" y="4612942"/>
            <a:ext cx="7276733" cy="1181683"/>
          </a:xfrm>
        </p:spPr>
        <p:txBody>
          <a:bodyPr>
            <a:normAutofit/>
          </a:bodyPr>
          <a:lstStyle>
            <a:lvl1pPr marL="0" indent="0" algn="l">
              <a:buNone/>
              <a:defRPr sz="1800" cap="all" spc="300"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a:extLst>
              <a:ext uri="{FF2B5EF4-FFF2-40B4-BE49-F238E27FC236}">
                <a16:creationId xmlns:a16="http://schemas.microsoft.com/office/drawing/2014/main" id="{FF283B68-70CF-4A98-948C-6EA4BD68D2BC}"/>
              </a:ext>
            </a:extLst>
          </p:cNvPr>
          <p:cNvSpPr>
            <a:spLocks noGrp="1"/>
          </p:cNvSpPr>
          <p:nvPr>
            <p:ph type="dt" sz="half" idx="10"/>
          </p:nvPr>
        </p:nvSpPr>
        <p:spPr/>
        <p:txBody>
          <a:bodyPr/>
          <a:lstStyle/>
          <a:p>
            <a:fld id="{326951E3-958F-4611-B170-D081BA0250F9}" type="datetimeFigureOut">
              <a:rPr lang="en-US" smtClean="0"/>
              <a:t>9/8/26</a:t>
            </a:fld>
            <a:endParaRPr lang="en-US"/>
          </a:p>
        </p:txBody>
      </p:sp>
      <p:sp>
        <p:nvSpPr>
          <p:cNvPr id="5" name="Footer Placeholder 4">
            <a:extLst>
              <a:ext uri="{FF2B5EF4-FFF2-40B4-BE49-F238E27FC236}">
                <a16:creationId xmlns:a16="http://schemas.microsoft.com/office/drawing/2014/main" id="{B3EC2EF9-7F83-4AD3-B3F6-B9D4618D6E5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B1B751B-3464-41CD-B728-A72BB191E29F}"/>
              </a:ext>
            </a:extLst>
          </p:cNvPr>
          <p:cNvSpPr>
            <a:spLocks noGrp="1"/>
          </p:cNvSpPr>
          <p:nvPr>
            <p:ph type="sldNum" sz="quarter" idx="12"/>
          </p:nvPr>
        </p:nvSpPr>
        <p:spPr/>
        <p:txBody>
          <a:bodyPr/>
          <a:lstStyle/>
          <a:p>
            <a:fld id="{57871EFB-7B9E-4E86-A89E-697E8EBB06F2}" type="slidenum">
              <a:rPr lang="en-US" smtClean="0"/>
              <a:t>‹#›</a:t>
            </a:fld>
            <a:endParaRPr lang="en-US"/>
          </a:p>
        </p:txBody>
      </p:sp>
    </p:spTree>
    <p:extLst>
      <p:ext uri="{BB962C8B-B14F-4D97-AF65-F5344CB8AC3E}">
        <p14:creationId xmlns:p14="http://schemas.microsoft.com/office/powerpoint/2010/main" val="404264917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9BFD42-94A9-4345-AF38-7D562B50219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864C458-A63B-4032-B4EC-732DAC188CF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8A855B5-7F2F-408B-800D-92CB34B99234}"/>
              </a:ext>
            </a:extLst>
          </p:cNvPr>
          <p:cNvSpPr>
            <a:spLocks noGrp="1"/>
          </p:cNvSpPr>
          <p:nvPr>
            <p:ph type="dt" sz="half" idx="10"/>
          </p:nvPr>
        </p:nvSpPr>
        <p:spPr/>
        <p:txBody>
          <a:bodyPr/>
          <a:lstStyle/>
          <a:p>
            <a:fld id="{326951E3-958F-4611-B170-D081BA0250F9}" type="datetimeFigureOut">
              <a:rPr lang="en-US" smtClean="0"/>
              <a:t>9/8/26</a:t>
            </a:fld>
            <a:endParaRPr lang="en-US"/>
          </a:p>
        </p:txBody>
      </p:sp>
      <p:sp>
        <p:nvSpPr>
          <p:cNvPr id="5" name="Footer Placeholder 4">
            <a:extLst>
              <a:ext uri="{FF2B5EF4-FFF2-40B4-BE49-F238E27FC236}">
                <a16:creationId xmlns:a16="http://schemas.microsoft.com/office/drawing/2014/main" id="{5C203412-EA6B-43CA-8B3A-F502587CBB3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946E9EE-F895-4ECE-B4B2-586D65ED8432}"/>
              </a:ext>
            </a:extLst>
          </p:cNvPr>
          <p:cNvSpPr>
            <a:spLocks noGrp="1"/>
          </p:cNvSpPr>
          <p:nvPr>
            <p:ph type="sldNum" sz="quarter" idx="12"/>
          </p:nvPr>
        </p:nvSpPr>
        <p:spPr/>
        <p:txBody>
          <a:bodyPr/>
          <a:lstStyle/>
          <a:p>
            <a:fld id="{57871EFB-7B9E-4E86-A89E-697E8EBB06F2}" type="slidenum">
              <a:rPr lang="en-US" smtClean="0"/>
              <a:t>‹#›</a:t>
            </a:fld>
            <a:endParaRPr lang="en-US"/>
          </a:p>
        </p:txBody>
      </p:sp>
    </p:spTree>
    <p:extLst>
      <p:ext uri="{BB962C8B-B14F-4D97-AF65-F5344CB8AC3E}">
        <p14:creationId xmlns:p14="http://schemas.microsoft.com/office/powerpoint/2010/main" val="144497540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A8193F-AFAD-4A9A-B0EF-530DFB19D8DD}"/>
              </a:ext>
            </a:extLst>
          </p:cNvPr>
          <p:cNvSpPr>
            <a:spLocks noGrp="1"/>
          </p:cNvSpPr>
          <p:nvPr>
            <p:ph type="title"/>
          </p:nvPr>
        </p:nvSpPr>
        <p:spPr>
          <a:xfrm>
            <a:off x="831849" y="876299"/>
            <a:ext cx="7876722" cy="3713165"/>
          </a:xfrm>
        </p:spPr>
        <p:txBody>
          <a:bodyPr anchor="b">
            <a:normAutofit/>
          </a:bodyPr>
          <a:lstStyle>
            <a:lvl1pPr>
              <a:defRPr sz="5400"/>
            </a:lvl1pPr>
          </a:lstStyle>
          <a:p>
            <a:r>
              <a:rPr lang="en-US" dirty="0"/>
              <a:t>Click to edit Master title style</a:t>
            </a:r>
          </a:p>
        </p:txBody>
      </p:sp>
      <p:sp>
        <p:nvSpPr>
          <p:cNvPr id="3" name="Text Placeholder 2">
            <a:extLst>
              <a:ext uri="{FF2B5EF4-FFF2-40B4-BE49-F238E27FC236}">
                <a16:creationId xmlns:a16="http://schemas.microsoft.com/office/drawing/2014/main" id="{EFD1BBE4-9FC1-4F89-B120-1C49D816FDB9}"/>
              </a:ext>
            </a:extLst>
          </p:cNvPr>
          <p:cNvSpPr>
            <a:spLocks noGrp="1"/>
          </p:cNvSpPr>
          <p:nvPr>
            <p:ph type="body" idx="1"/>
          </p:nvPr>
        </p:nvSpPr>
        <p:spPr>
          <a:xfrm>
            <a:off x="831850" y="4746170"/>
            <a:ext cx="6781301" cy="1048455"/>
          </a:xfrm>
        </p:spPr>
        <p:txBody>
          <a:bodyPr>
            <a:normAutofit/>
          </a:bodyPr>
          <a:lstStyle>
            <a:lvl1pPr marL="0" indent="0">
              <a:buNone/>
              <a:defRPr sz="2000">
                <a:solidFill>
                  <a:schemeClr val="tx2"/>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Click to edit Master text styles</a:t>
            </a:r>
          </a:p>
        </p:txBody>
      </p:sp>
      <p:sp>
        <p:nvSpPr>
          <p:cNvPr id="4" name="Date Placeholder 3">
            <a:extLst>
              <a:ext uri="{FF2B5EF4-FFF2-40B4-BE49-F238E27FC236}">
                <a16:creationId xmlns:a16="http://schemas.microsoft.com/office/drawing/2014/main" id="{13530A6B-E3FD-4920-8128-C263CA1D65D1}"/>
              </a:ext>
            </a:extLst>
          </p:cNvPr>
          <p:cNvSpPr>
            <a:spLocks noGrp="1"/>
          </p:cNvSpPr>
          <p:nvPr>
            <p:ph type="dt" sz="half" idx="10"/>
          </p:nvPr>
        </p:nvSpPr>
        <p:spPr/>
        <p:txBody>
          <a:bodyPr/>
          <a:lstStyle/>
          <a:p>
            <a:fld id="{326951E3-958F-4611-B170-D081BA0250F9}" type="datetimeFigureOut">
              <a:rPr lang="en-US" smtClean="0"/>
              <a:t>9/8/26</a:t>
            </a:fld>
            <a:endParaRPr lang="en-US"/>
          </a:p>
        </p:txBody>
      </p:sp>
      <p:sp>
        <p:nvSpPr>
          <p:cNvPr id="5" name="Footer Placeholder 4">
            <a:extLst>
              <a:ext uri="{FF2B5EF4-FFF2-40B4-BE49-F238E27FC236}">
                <a16:creationId xmlns:a16="http://schemas.microsoft.com/office/drawing/2014/main" id="{8C166B85-0649-47DB-AD69-458D8F60093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FB25931-A293-42E9-BDF5-B2AE121D73AD}"/>
              </a:ext>
            </a:extLst>
          </p:cNvPr>
          <p:cNvSpPr>
            <a:spLocks noGrp="1"/>
          </p:cNvSpPr>
          <p:nvPr>
            <p:ph type="sldNum" sz="quarter" idx="12"/>
          </p:nvPr>
        </p:nvSpPr>
        <p:spPr/>
        <p:txBody>
          <a:bodyPr/>
          <a:lstStyle/>
          <a:p>
            <a:fld id="{57871EFB-7B9E-4E86-A89E-697E8EBB06F2}" type="slidenum">
              <a:rPr lang="en-US" smtClean="0"/>
              <a:t>‹#›</a:t>
            </a:fld>
            <a:endParaRPr lang="en-US"/>
          </a:p>
        </p:txBody>
      </p:sp>
    </p:spTree>
    <p:extLst>
      <p:ext uri="{BB962C8B-B14F-4D97-AF65-F5344CB8AC3E}">
        <p14:creationId xmlns:p14="http://schemas.microsoft.com/office/powerpoint/2010/main" val="3035448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95262B-ECD6-47BB-A6F1-92A6033E93C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48B8779-51E9-44D1-9F7B-28F3C6D3C44D}"/>
              </a:ext>
            </a:extLst>
          </p:cNvPr>
          <p:cNvSpPr>
            <a:spLocks noGrp="1"/>
          </p:cNvSpPr>
          <p:nvPr>
            <p:ph sz="half" idx="1"/>
          </p:nvPr>
        </p:nvSpPr>
        <p:spPr>
          <a:xfrm>
            <a:off x="848474" y="2080517"/>
            <a:ext cx="4970124" cy="3977383"/>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EA9E8BFB-5295-4C5E-9CB1-E276E9D0E51F}"/>
              </a:ext>
            </a:extLst>
          </p:cNvPr>
          <p:cNvSpPr>
            <a:spLocks noGrp="1"/>
          </p:cNvSpPr>
          <p:nvPr>
            <p:ph sz="half" idx="2"/>
          </p:nvPr>
        </p:nvSpPr>
        <p:spPr>
          <a:xfrm>
            <a:off x="6310899" y="2080517"/>
            <a:ext cx="4970124" cy="397738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575E22BF-1819-4301-B699-EF5A2F4D9BC4}"/>
              </a:ext>
            </a:extLst>
          </p:cNvPr>
          <p:cNvSpPr>
            <a:spLocks noGrp="1"/>
          </p:cNvSpPr>
          <p:nvPr>
            <p:ph type="dt" sz="half" idx="10"/>
          </p:nvPr>
        </p:nvSpPr>
        <p:spPr/>
        <p:txBody>
          <a:bodyPr/>
          <a:lstStyle/>
          <a:p>
            <a:fld id="{326951E3-958F-4611-B170-D081BA0250F9}" type="datetimeFigureOut">
              <a:rPr lang="en-US" smtClean="0"/>
              <a:t>9/8/26</a:t>
            </a:fld>
            <a:endParaRPr lang="en-US"/>
          </a:p>
        </p:txBody>
      </p:sp>
      <p:sp>
        <p:nvSpPr>
          <p:cNvPr id="6" name="Footer Placeholder 5">
            <a:extLst>
              <a:ext uri="{FF2B5EF4-FFF2-40B4-BE49-F238E27FC236}">
                <a16:creationId xmlns:a16="http://schemas.microsoft.com/office/drawing/2014/main" id="{3600A2DF-39DE-49C3-A213-3E8423C7AC9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055D3A8-238B-4A68-A9F9-672D2F06070B}"/>
              </a:ext>
            </a:extLst>
          </p:cNvPr>
          <p:cNvSpPr>
            <a:spLocks noGrp="1"/>
          </p:cNvSpPr>
          <p:nvPr>
            <p:ph type="sldNum" sz="quarter" idx="12"/>
          </p:nvPr>
        </p:nvSpPr>
        <p:spPr/>
        <p:txBody>
          <a:bodyPr/>
          <a:lstStyle/>
          <a:p>
            <a:fld id="{57871EFB-7B9E-4E86-A89E-697E8EBB06F2}" type="slidenum">
              <a:rPr lang="en-US" smtClean="0"/>
              <a:t>‹#›</a:t>
            </a:fld>
            <a:endParaRPr lang="en-US"/>
          </a:p>
        </p:txBody>
      </p:sp>
    </p:spTree>
    <p:extLst>
      <p:ext uri="{BB962C8B-B14F-4D97-AF65-F5344CB8AC3E}">
        <p14:creationId xmlns:p14="http://schemas.microsoft.com/office/powerpoint/2010/main" val="299204563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27D468-D010-4225-B024-DCEF543BCEB9}"/>
              </a:ext>
            </a:extLst>
          </p:cNvPr>
          <p:cNvSpPr>
            <a:spLocks noGrp="1"/>
          </p:cNvSpPr>
          <p:nvPr>
            <p:ph type="title"/>
          </p:nvPr>
        </p:nvSpPr>
        <p:spPr>
          <a:xfrm>
            <a:off x="839788" y="571955"/>
            <a:ext cx="10441236" cy="1398359"/>
          </a:xfrm>
        </p:spPr>
        <p:txBody>
          <a:bodyPr/>
          <a:lstStyle/>
          <a:p>
            <a:r>
              <a:rPr lang="en-US" dirty="0"/>
              <a:t>Click to edit Master title style</a:t>
            </a:r>
          </a:p>
        </p:txBody>
      </p:sp>
      <p:sp>
        <p:nvSpPr>
          <p:cNvPr id="3" name="Text Placeholder 2">
            <a:extLst>
              <a:ext uri="{FF2B5EF4-FFF2-40B4-BE49-F238E27FC236}">
                <a16:creationId xmlns:a16="http://schemas.microsoft.com/office/drawing/2014/main" id="{E73D60A0-FCAB-425A-9ECD-94CDE4F472C6}"/>
              </a:ext>
            </a:extLst>
          </p:cNvPr>
          <p:cNvSpPr>
            <a:spLocks noGrp="1"/>
          </p:cNvSpPr>
          <p:nvPr>
            <p:ph type="body" idx="1"/>
          </p:nvPr>
        </p:nvSpPr>
        <p:spPr>
          <a:xfrm>
            <a:off x="844926" y="1983242"/>
            <a:ext cx="5007110" cy="814387"/>
          </a:xfrm>
        </p:spPr>
        <p:txBody>
          <a:bodyPr anchor="b">
            <a:normAutofit/>
          </a:bodyPr>
          <a:lstStyle>
            <a:lvl1pPr marL="0" indent="0">
              <a:lnSpc>
                <a:spcPct val="110000"/>
              </a:lnSpc>
              <a:buNone/>
              <a:defRPr sz="2000" b="0" cap="all" spc="14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C16F986B-07CB-4FB0-9419-2AAB318B8A10}"/>
              </a:ext>
            </a:extLst>
          </p:cNvPr>
          <p:cNvSpPr>
            <a:spLocks noGrp="1"/>
          </p:cNvSpPr>
          <p:nvPr>
            <p:ph sz="half" idx="2"/>
          </p:nvPr>
        </p:nvSpPr>
        <p:spPr>
          <a:xfrm>
            <a:off x="850063" y="2813959"/>
            <a:ext cx="5007110" cy="3243942"/>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ADA9D784-7968-4E8B-B704-E42EE8F1872F}"/>
              </a:ext>
            </a:extLst>
          </p:cNvPr>
          <p:cNvSpPr>
            <a:spLocks noGrp="1"/>
          </p:cNvSpPr>
          <p:nvPr>
            <p:ph type="body" sz="quarter" idx="3"/>
          </p:nvPr>
        </p:nvSpPr>
        <p:spPr>
          <a:xfrm>
            <a:off x="6249255" y="1983242"/>
            <a:ext cx="5031769" cy="814387"/>
          </a:xfrm>
        </p:spPr>
        <p:txBody>
          <a:bodyPr anchor="b">
            <a:normAutofit/>
          </a:bodyPr>
          <a:lstStyle>
            <a:lvl1pPr marL="0" indent="0">
              <a:lnSpc>
                <a:spcPct val="110000"/>
              </a:lnSpc>
              <a:buNone/>
              <a:defRPr sz="2000" b="0" cap="all" spc="14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D45754F-08D1-4593-988F-95F0ED1A017D}"/>
              </a:ext>
            </a:extLst>
          </p:cNvPr>
          <p:cNvSpPr>
            <a:spLocks noGrp="1"/>
          </p:cNvSpPr>
          <p:nvPr>
            <p:ph sz="quarter" idx="4"/>
          </p:nvPr>
        </p:nvSpPr>
        <p:spPr>
          <a:xfrm>
            <a:off x="6249255" y="2813959"/>
            <a:ext cx="5031769" cy="3243942"/>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a:extLst>
              <a:ext uri="{FF2B5EF4-FFF2-40B4-BE49-F238E27FC236}">
                <a16:creationId xmlns:a16="http://schemas.microsoft.com/office/drawing/2014/main" id="{4FED2E61-83B4-4C8F-BBFE-D95920342A1B}"/>
              </a:ext>
            </a:extLst>
          </p:cNvPr>
          <p:cNvSpPr>
            <a:spLocks noGrp="1"/>
          </p:cNvSpPr>
          <p:nvPr>
            <p:ph type="dt" sz="half" idx="10"/>
          </p:nvPr>
        </p:nvSpPr>
        <p:spPr/>
        <p:txBody>
          <a:bodyPr/>
          <a:lstStyle/>
          <a:p>
            <a:fld id="{326951E3-958F-4611-B170-D081BA0250F9}" type="datetimeFigureOut">
              <a:rPr lang="en-US" smtClean="0"/>
              <a:t>9/8/26</a:t>
            </a:fld>
            <a:endParaRPr lang="en-US"/>
          </a:p>
        </p:txBody>
      </p:sp>
      <p:sp>
        <p:nvSpPr>
          <p:cNvPr id="8" name="Footer Placeholder 7">
            <a:extLst>
              <a:ext uri="{FF2B5EF4-FFF2-40B4-BE49-F238E27FC236}">
                <a16:creationId xmlns:a16="http://schemas.microsoft.com/office/drawing/2014/main" id="{5E80C136-A664-4013-8073-B0C6BDEF8CC4}"/>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66AE9547-8EE7-461B-9E99-484B11E918A7}"/>
              </a:ext>
            </a:extLst>
          </p:cNvPr>
          <p:cNvSpPr>
            <a:spLocks noGrp="1"/>
          </p:cNvSpPr>
          <p:nvPr>
            <p:ph type="sldNum" sz="quarter" idx="12"/>
          </p:nvPr>
        </p:nvSpPr>
        <p:spPr/>
        <p:txBody>
          <a:bodyPr/>
          <a:lstStyle/>
          <a:p>
            <a:fld id="{57871EFB-7B9E-4E86-A89E-697E8EBB06F2}" type="slidenum">
              <a:rPr lang="en-US" smtClean="0"/>
              <a:t>‹#›</a:t>
            </a:fld>
            <a:endParaRPr lang="en-US"/>
          </a:p>
        </p:txBody>
      </p:sp>
    </p:spTree>
    <p:extLst>
      <p:ext uri="{BB962C8B-B14F-4D97-AF65-F5344CB8AC3E}">
        <p14:creationId xmlns:p14="http://schemas.microsoft.com/office/powerpoint/2010/main" val="205098575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02E667-0EFA-4EE6-8E4D-20805309A8A4}"/>
              </a:ext>
            </a:extLst>
          </p:cNvPr>
          <p:cNvSpPr>
            <a:spLocks noGrp="1"/>
          </p:cNvSpPr>
          <p:nvPr>
            <p:ph type="title"/>
          </p:nvPr>
        </p:nvSpPr>
        <p:spPr>
          <a:xfrm>
            <a:off x="849759" y="895440"/>
            <a:ext cx="10138451" cy="1832349"/>
          </a:xfrm>
        </p:spPr>
        <p:txBody>
          <a:bodyPr anchor="t">
            <a:normAutofit/>
          </a:bodyPr>
          <a:lstStyle>
            <a:lvl1pPr>
              <a:defRPr sz="5400"/>
            </a:lvl1pPr>
          </a:lstStyle>
          <a:p>
            <a:r>
              <a:rPr lang="en-US" dirty="0"/>
              <a:t>Click to edit Master title style</a:t>
            </a:r>
          </a:p>
        </p:txBody>
      </p:sp>
      <p:sp>
        <p:nvSpPr>
          <p:cNvPr id="3" name="Date Placeholder 2">
            <a:extLst>
              <a:ext uri="{FF2B5EF4-FFF2-40B4-BE49-F238E27FC236}">
                <a16:creationId xmlns:a16="http://schemas.microsoft.com/office/drawing/2014/main" id="{27EE4825-BB8C-4567-B407-B4452409D7D8}"/>
              </a:ext>
            </a:extLst>
          </p:cNvPr>
          <p:cNvSpPr>
            <a:spLocks noGrp="1"/>
          </p:cNvSpPr>
          <p:nvPr>
            <p:ph type="dt" sz="half" idx="10"/>
          </p:nvPr>
        </p:nvSpPr>
        <p:spPr/>
        <p:txBody>
          <a:bodyPr/>
          <a:lstStyle/>
          <a:p>
            <a:fld id="{326951E3-958F-4611-B170-D081BA0250F9}" type="datetimeFigureOut">
              <a:rPr lang="en-US" smtClean="0"/>
              <a:t>9/8/26</a:t>
            </a:fld>
            <a:endParaRPr lang="en-US"/>
          </a:p>
        </p:txBody>
      </p:sp>
      <p:sp>
        <p:nvSpPr>
          <p:cNvPr id="4" name="Footer Placeholder 3">
            <a:extLst>
              <a:ext uri="{FF2B5EF4-FFF2-40B4-BE49-F238E27FC236}">
                <a16:creationId xmlns:a16="http://schemas.microsoft.com/office/drawing/2014/main" id="{70838892-25DB-4A4E-9D43-6058C45C531E}"/>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4EC3DDDA-48EF-4B42-9980-4762AF5094E2}"/>
              </a:ext>
            </a:extLst>
          </p:cNvPr>
          <p:cNvSpPr>
            <a:spLocks noGrp="1"/>
          </p:cNvSpPr>
          <p:nvPr>
            <p:ph type="sldNum" sz="quarter" idx="12"/>
          </p:nvPr>
        </p:nvSpPr>
        <p:spPr/>
        <p:txBody>
          <a:bodyPr/>
          <a:lstStyle/>
          <a:p>
            <a:fld id="{57871EFB-7B9E-4E86-A89E-697E8EBB06F2}" type="slidenum">
              <a:rPr lang="en-US" smtClean="0"/>
              <a:t>‹#›</a:t>
            </a:fld>
            <a:endParaRPr lang="en-US"/>
          </a:p>
        </p:txBody>
      </p:sp>
    </p:spTree>
    <p:extLst>
      <p:ext uri="{BB962C8B-B14F-4D97-AF65-F5344CB8AC3E}">
        <p14:creationId xmlns:p14="http://schemas.microsoft.com/office/powerpoint/2010/main" val="45669194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2EFA7D9-6801-4DD0-8D7D-505212F466BD}"/>
              </a:ext>
            </a:extLst>
          </p:cNvPr>
          <p:cNvSpPr>
            <a:spLocks noGrp="1"/>
          </p:cNvSpPr>
          <p:nvPr>
            <p:ph type="dt" sz="half" idx="10"/>
          </p:nvPr>
        </p:nvSpPr>
        <p:spPr/>
        <p:txBody>
          <a:bodyPr/>
          <a:lstStyle/>
          <a:p>
            <a:fld id="{326951E3-958F-4611-B170-D081BA0250F9}" type="datetimeFigureOut">
              <a:rPr lang="en-US" smtClean="0"/>
              <a:t>9/8/26</a:t>
            </a:fld>
            <a:endParaRPr lang="en-US"/>
          </a:p>
        </p:txBody>
      </p:sp>
      <p:sp>
        <p:nvSpPr>
          <p:cNvPr id="3" name="Footer Placeholder 2">
            <a:extLst>
              <a:ext uri="{FF2B5EF4-FFF2-40B4-BE49-F238E27FC236}">
                <a16:creationId xmlns:a16="http://schemas.microsoft.com/office/drawing/2014/main" id="{9E6FA3EA-1519-4178-AC3A-231A5BAA793A}"/>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73423DBE-6FD6-4D60-8336-7843B4BD30B0}"/>
              </a:ext>
            </a:extLst>
          </p:cNvPr>
          <p:cNvSpPr>
            <a:spLocks noGrp="1"/>
          </p:cNvSpPr>
          <p:nvPr>
            <p:ph type="sldNum" sz="quarter" idx="12"/>
          </p:nvPr>
        </p:nvSpPr>
        <p:spPr/>
        <p:txBody>
          <a:bodyPr/>
          <a:lstStyle/>
          <a:p>
            <a:fld id="{57871EFB-7B9E-4E86-A89E-697E8EBB06F2}" type="slidenum">
              <a:rPr lang="en-US" smtClean="0"/>
              <a:t>‹#›</a:t>
            </a:fld>
            <a:endParaRPr lang="en-US"/>
          </a:p>
        </p:txBody>
      </p:sp>
    </p:spTree>
    <p:extLst>
      <p:ext uri="{BB962C8B-B14F-4D97-AF65-F5344CB8AC3E}">
        <p14:creationId xmlns:p14="http://schemas.microsoft.com/office/powerpoint/2010/main" val="312681624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52D9AE-CA1A-4751-9B33-0AC09CE629C8}"/>
              </a:ext>
            </a:extLst>
          </p:cNvPr>
          <p:cNvSpPr>
            <a:spLocks noGrp="1"/>
          </p:cNvSpPr>
          <p:nvPr>
            <p:ph type="title"/>
          </p:nvPr>
        </p:nvSpPr>
        <p:spPr>
          <a:xfrm>
            <a:off x="839789" y="996948"/>
            <a:ext cx="3046410" cy="1479551"/>
          </a:xfrm>
        </p:spPr>
        <p:txBody>
          <a:bodyPr anchor="t">
            <a:normAutofit/>
          </a:bodyPr>
          <a:lstStyle>
            <a:lvl1pPr>
              <a:lnSpc>
                <a:spcPct val="110000"/>
              </a:lnSpc>
              <a:defRPr sz="2400" cap="all" spc="400" baseline="0"/>
            </a:lvl1pPr>
          </a:lstStyle>
          <a:p>
            <a:r>
              <a:rPr lang="en-US" dirty="0"/>
              <a:t>Click to edit Master title style</a:t>
            </a:r>
          </a:p>
        </p:txBody>
      </p:sp>
      <p:sp>
        <p:nvSpPr>
          <p:cNvPr id="3" name="Content Placeholder 2">
            <a:extLst>
              <a:ext uri="{FF2B5EF4-FFF2-40B4-BE49-F238E27FC236}">
                <a16:creationId xmlns:a16="http://schemas.microsoft.com/office/drawing/2014/main" id="{E4DF9941-76E5-42B5-8464-C1A7010D94F0}"/>
              </a:ext>
            </a:extLst>
          </p:cNvPr>
          <p:cNvSpPr>
            <a:spLocks noGrp="1"/>
          </p:cNvSpPr>
          <p:nvPr>
            <p:ph idx="1"/>
          </p:nvPr>
        </p:nvSpPr>
        <p:spPr>
          <a:xfrm>
            <a:off x="5260796" y="876300"/>
            <a:ext cx="5758235" cy="5181599"/>
          </a:xfrm>
        </p:spPr>
        <p:txBody>
          <a:bodyPr>
            <a:normAutofit/>
          </a:bodyPr>
          <a:lstStyle>
            <a:lvl1pPr>
              <a:defRPr sz="3600"/>
            </a:lvl1pPr>
            <a:lvl2pPr>
              <a:defRPr sz="3200"/>
            </a:lvl2pPr>
            <a:lvl3pPr>
              <a:defRPr sz="2800"/>
            </a:lvl3pPr>
            <a:lvl4pPr>
              <a:defRPr sz="2400"/>
            </a:lvl4pPr>
            <a:lvl5pPr>
              <a:defRPr sz="2400"/>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a:extLst>
              <a:ext uri="{FF2B5EF4-FFF2-40B4-BE49-F238E27FC236}">
                <a16:creationId xmlns:a16="http://schemas.microsoft.com/office/drawing/2014/main" id="{484785D8-F112-415F-9AB4-5F2AC060D127}"/>
              </a:ext>
            </a:extLst>
          </p:cNvPr>
          <p:cNvSpPr>
            <a:spLocks noGrp="1"/>
          </p:cNvSpPr>
          <p:nvPr>
            <p:ph type="body" sz="half" idx="2"/>
          </p:nvPr>
        </p:nvSpPr>
        <p:spPr>
          <a:xfrm>
            <a:off x="839789" y="2666144"/>
            <a:ext cx="3046409" cy="3194907"/>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a:extLst>
              <a:ext uri="{FF2B5EF4-FFF2-40B4-BE49-F238E27FC236}">
                <a16:creationId xmlns:a16="http://schemas.microsoft.com/office/drawing/2014/main" id="{7670A0B3-4E9C-4FAC-B1D1-2673F7B5A10F}"/>
              </a:ext>
            </a:extLst>
          </p:cNvPr>
          <p:cNvSpPr>
            <a:spLocks noGrp="1"/>
          </p:cNvSpPr>
          <p:nvPr>
            <p:ph type="dt" sz="half" idx="10"/>
          </p:nvPr>
        </p:nvSpPr>
        <p:spPr/>
        <p:txBody>
          <a:bodyPr/>
          <a:lstStyle/>
          <a:p>
            <a:fld id="{326951E3-958F-4611-B170-D081BA0250F9}" type="datetimeFigureOut">
              <a:rPr lang="en-US" smtClean="0"/>
              <a:t>9/8/26</a:t>
            </a:fld>
            <a:endParaRPr lang="en-US"/>
          </a:p>
        </p:txBody>
      </p:sp>
      <p:sp>
        <p:nvSpPr>
          <p:cNvPr id="6" name="Footer Placeholder 5">
            <a:extLst>
              <a:ext uri="{FF2B5EF4-FFF2-40B4-BE49-F238E27FC236}">
                <a16:creationId xmlns:a16="http://schemas.microsoft.com/office/drawing/2014/main" id="{E1AA370A-33F5-48A6-962A-47C0F15D4C8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A8AD606-A37D-4697-AA7A-EAE4F101A707}"/>
              </a:ext>
            </a:extLst>
          </p:cNvPr>
          <p:cNvSpPr>
            <a:spLocks noGrp="1"/>
          </p:cNvSpPr>
          <p:nvPr>
            <p:ph type="sldNum" sz="quarter" idx="12"/>
          </p:nvPr>
        </p:nvSpPr>
        <p:spPr/>
        <p:txBody>
          <a:bodyPr/>
          <a:lstStyle/>
          <a:p>
            <a:fld id="{57871EFB-7B9E-4E86-A89E-697E8EBB06F2}" type="slidenum">
              <a:rPr lang="en-US" smtClean="0"/>
              <a:t>‹#›</a:t>
            </a:fld>
            <a:endParaRPr lang="en-US"/>
          </a:p>
        </p:txBody>
      </p:sp>
      <p:cxnSp>
        <p:nvCxnSpPr>
          <p:cNvPr id="9" name="Straight Connector 8">
            <a:extLst>
              <a:ext uri="{FF2B5EF4-FFF2-40B4-BE49-F238E27FC236}">
                <a16:creationId xmlns:a16="http://schemas.microsoft.com/office/drawing/2014/main" id="{644E0B5E-1030-4A34-AB09-05ACB45CE993}"/>
              </a:ext>
            </a:extLst>
          </p:cNvPr>
          <p:cNvCxnSpPr>
            <a:cxnSpLocks/>
          </p:cNvCxnSpPr>
          <p:nvPr/>
        </p:nvCxnSpPr>
        <p:spPr>
          <a:xfrm>
            <a:off x="4610100" y="898989"/>
            <a:ext cx="0" cy="5138791"/>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2210709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321D4C-0A93-40A6-9645-5EF7DE6C5977}"/>
              </a:ext>
            </a:extLst>
          </p:cNvPr>
          <p:cNvSpPr>
            <a:spLocks noGrp="1"/>
          </p:cNvSpPr>
          <p:nvPr>
            <p:ph type="title"/>
          </p:nvPr>
        </p:nvSpPr>
        <p:spPr>
          <a:xfrm>
            <a:off x="839789" y="989314"/>
            <a:ext cx="3046409" cy="1487185"/>
          </a:xfrm>
        </p:spPr>
        <p:txBody>
          <a:bodyPr anchor="t">
            <a:normAutofit/>
          </a:bodyPr>
          <a:lstStyle>
            <a:lvl1pPr>
              <a:lnSpc>
                <a:spcPct val="110000"/>
              </a:lnSpc>
              <a:defRPr sz="2400" cap="all" spc="300" baseline="0"/>
            </a:lvl1pPr>
          </a:lstStyle>
          <a:p>
            <a:r>
              <a:rPr lang="en-US" dirty="0"/>
              <a:t>Click to edit Master title style</a:t>
            </a:r>
          </a:p>
        </p:txBody>
      </p:sp>
      <p:sp>
        <p:nvSpPr>
          <p:cNvPr id="3" name="Picture Placeholder 2">
            <a:extLst>
              <a:ext uri="{FF2B5EF4-FFF2-40B4-BE49-F238E27FC236}">
                <a16:creationId xmlns:a16="http://schemas.microsoft.com/office/drawing/2014/main" id="{222F9455-852F-4604-87D4-801E8D5DB502}"/>
              </a:ext>
            </a:extLst>
          </p:cNvPr>
          <p:cNvSpPr>
            <a:spLocks noGrp="1"/>
          </p:cNvSpPr>
          <p:nvPr>
            <p:ph type="pic" idx="1"/>
          </p:nvPr>
        </p:nvSpPr>
        <p:spPr>
          <a:xfrm>
            <a:off x="5334004" y="876300"/>
            <a:ext cx="5943596" cy="5181599"/>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a:extLst>
              <a:ext uri="{FF2B5EF4-FFF2-40B4-BE49-F238E27FC236}">
                <a16:creationId xmlns:a16="http://schemas.microsoft.com/office/drawing/2014/main" id="{48842061-B161-4973-9EE4-76D0B73FC18C}"/>
              </a:ext>
            </a:extLst>
          </p:cNvPr>
          <p:cNvSpPr>
            <a:spLocks noGrp="1"/>
          </p:cNvSpPr>
          <p:nvPr>
            <p:ph type="body" sz="half" idx="2"/>
          </p:nvPr>
        </p:nvSpPr>
        <p:spPr>
          <a:xfrm>
            <a:off x="839789" y="2666143"/>
            <a:ext cx="3046409" cy="3194907"/>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a:extLst>
              <a:ext uri="{FF2B5EF4-FFF2-40B4-BE49-F238E27FC236}">
                <a16:creationId xmlns:a16="http://schemas.microsoft.com/office/drawing/2014/main" id="{5DDCE2E0-050A-4BC2-91DF-7A00811D28EB}"/>
              </a:ext>
            </a:extLst>
          </p:cNvPr>
          <p:cNvSpPr>
            <a:spLocks noGrp="1"/>
          </p:cNvSpPr>
          <p:nvPr>
            <p:ph type="dt" sz="half" idx="10"/>
          </p:nvPr>
        </p:nvSpPr>
        <p:spPr/>
        <p:txBody>
          <a:bodyPr/>
          <a:lstStyle/>
          <a:p>
            <a:fld id="{326951E3-958F-4611-B170-D081BA0250F9}" type="datetimeFigureOut">
              <a:rPr lang="en-US" smtClean="0"/>
              <a:t>9/8/26</a:t>
            </a:fld>
            <a:endParaRPr lang="en-US"/>
          </a:p>
        </p:txBody>
      </p:sp>
      <p:sp>
        <p:nvSpPr>
          <p:cNvPr id="6" name="Footer Placeholder 5">
            <a:extLst>
              <a:ext uri="{FF2B5EF4-FFF2-40B4-BE49-F238E27FC236}">
                <a16:creationId xmlns:a16="http://schemas.microsoft.com/office/drawing/2014/main" id="{260AB003-B443-4B96-9DD9-4284E7E1EDA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7179DBA-16C0-4FFB-B367-B96169B4B005}"/>
              </a:ext>
            </a:extLst>
          </p:cNvPr>
          <p:cNvSpPr>
            <a:spLocks noGrp="1"/>
          </p:cNvSpPr>
          <p:nvPr>
            <p:ph type="sldNum" sz="quarter" idx="12"/>
          </p:nvPr>
        </p:nvSpPr>
        <p:spPr/>
        <p:txBody>
          <a:bodyPr/>
          <a:lstStyle/>
          <a:p>
            <a:fld id="{57871EFB-7B9E-4E86-A89E-697E8EBB06F2}" type="slidenum">
              <a:rPr lang="en-US" smtClean="0"/>
              <a:t>‹#›</a:t>
            </a:fld>
            <a:endParaRPr lang="en-US"/>
          </a:p>
        </p:txBody>
      </p:sp>
      <p:cxnSp>
        <p:nvCxnSpPr>
          <p:cNvPr id="13" name="Straight Connector 12">
            <a:extLst>
              <a:ext uri="{FF2B5EF4-FFF2-40B4-BE49-F238E27FC236}">
                <a16:creationId xmlns:a16="http://schemas.microsoft.com/office/drawing/2014/main" id="{C9F2BD78-1D6B-4742-9726-75646D91F4AC}"/>
              </a:ext>
            </a:extLst>
          </p:cNvPr>
          <p:cNvCxnSpPr>
            <a:cxnSpLocks/>
          </p:cNvCxnSpPr>
          <p:nvPr/>
        </p:nvCxnSpPr>
        <p:spPr>
          <a:xfrm>
            <a:off x="4610100" y="898989"/>
            <a:ext cx="0" cy="5138791"/>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72534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3B5731-248B-49C2-93DE-8A3260C9FB36}"/>
              </a:ext>
            </a:extLst>
          </p:cNvPr>
          <p:cNvSpPr>
            <a:spLocks noGrp="1"/>
          </p:cNvSpPr>
          <p:nvPr>
            <p:ph type="title"/>
          </p:nvPr>
        </p:nvSpPr>
        <p:spPr/>
        <p:txBody>
          <a:bodyPr/>
          <a:lstStyle/>
          <a:p>
            <a:r>
              <a:rPr lang="en-US" dirty="0"/>
              <a:t>Click to edit Master title style</a:t>
            </a:r>
          </a:p>
        </p:txBody>
      </p:sp>
      <p:sp>
        <p:nvSpPr>
          <p:cNvPr id="3" name="Vertical Text Placeholder 2">
            <a:extLst>
              <a:ext uri="{FF2B5EF4-FFF2-40B4-BE49-F238E27FC236}">
                <a16:creationId xmlns:a16="http://schemas.microsoft.com/office/drawing/2014/main" id="{46D4D5C5-3D5A-4F3D-8A08-7053DACF1F8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D9E5372-3FC6-4227-B2DD-6CB24E65178F}"/>
              </a:ext>
            </a:extLst>
          </p:cNvPr>
          <p:cNvSpPr>
            <a:spLocks noGrp="1"/>
          </p:cNvSpPr>
          <p:nvPr>
            <p:ph type="dt" sz="half" idx="10"/>
          </p:nvPr>
        </p:nvSpPr>
        <p:spPr/>
        <p:txBody>
          <a:bodyPr/>
          <a:lstStyle/>
          <a:p>
            <a:fld id="{326951E3-958F-4611-B170-D081BA0250F9}" type="datetimeFigureOut">
              <a:rPr lang="en-US" smtClean="0"/>
              <a:t>9/8/26</a:t>
            </a:fld>
            <a:endParaRPr lang="en-US"/>
          </a:p>
        </p:txBody>
      </p:sp>
      <p:sp>
        <p:nvSpPr>
          <p:cNvPr id="5" name="Footer Placeholder 4">
            <a:extLst>
              <a:ext uri="{FF2B5EF4-FFF2-40B4-BE49-F238E27FC236}">
                <a16:creationId xmlns:a16="http://schemas.microsoft.com/office/drawing/2014/main" id="{B7C1B1B1-B637-4E46-B64C-F082B54C203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B5567AD-4B78-41F6-B814-726D4BD4CE50}"/>
              </a:ext>
            </a:extLst>
          </p:cNvPr>
          <p:cNvSpPr>
            <a:spLocks noGrp="1"/>
          </p:cNvSpPr>
          <p:nvPr>
            <p:ph type="sldNum" sz="quarter" idx="12"/>
          </p:nvPr>
        </p:nvSpPr>
        <p:spPr/>
        <p:txBody>
          <a:bodyPr/>
          <a:lstStyle/>
          <a:p>
            <a:fld id="{57871EFB-7B9E-4E86-A89E-697E8EBB06F2}" type="slidenum">
              <a:rPr lang="en-US" smtClean="0"/>
              <a:t>‹#›</a:t>
            </a:fld>
            <a:endParaRPr lang="en-US"/>
          </a:p>
        </p:txBody>
      </p:sp>
    </p:spTree>
    <p:extLst>
      <p:ext uri="{BB962C8B-B14F-4D97-AF65-F5344CB8AC3E}">
        <p14:creationId xmlns:p14="http://schemas.microsoft.com/office/powerpoint/2010/main" val="15342971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8674D5E-67E6-4C23-B80A-0C66B53315EB}"/>
              </a:ext>
            </a:extLst>
          </p:cNvPr>
          <p:cNvSpPr>
            <a:spLocks noGrp="1"/>
          </p:cNvSpPr>
          <p:nvPr>
            <p:ph type="title" orient="vert"/>
          </p:nvPr>
        </p:nvSpPr>
        <p:spPr>
          <a:xfrm>
            <a:off x="8724900" y="876299"/>
            <a:ext cx="2628900" cy="5181601"/>
          </a:xfrm>
        </p:spPr>
        <p:txBody>
          <a:bodyPr vert="eaVert" anchor="b"/>
          <a:lstStyle/>
          <a:p>
            <a:r>
              <a:rPr lang="en-US" dirty="0"/>
              <a:t>Click to edit Master title style</a:t>
            </a:r>
          </a:p>
        </p:txBody>
      </p:sp>
      <p:sp>
        <p:nvSpPr>
          <p:cNvPr id="3" name="Vertical Text Placeholder 2">
            <a:extLst>
              <a:ext uri="{FF2B5EF4-FFF2-40B4-BE49-F238E27FC236}">
                <a16:creationId xmlns:a16="http://schemas.microsoft.com/office/drawing/2014/main" id="{42FEFF2A-08E8-447D-85C7-7D5A9C422C9D}"/>
              </a:ext>
            </a:extLst>
          </p:cNvPr>
          <p:cNvSpPr>
            <a:spLocks noGrp="1"/>
          </p:cNvSpPr>
          <p:nvPr>
            <p:ph type="body" orient="vert" idx="1"/>
          </p:nvPr>
        </p:nvSpPr>
        <p:spPr>
          <a:xfrm>
            <a:off x="838200" y="876299"/>
            <a:ext cx="7734300" cy="5181601"/>
          </a:xfrm>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0D40030D-E580-4B0C-B5A8-2C8A094D9D8A}"/>
              </a:ext>
            </a:extLst>
          </p:cNvPr>
          <p:cNvSpPr>
            <a:spLocks noGrp="1"/>
          </p:cNvSpPr>
          <p:nvPr>
            <p:ph type="dt" sz="half" idx="10"/>
          </p:nvPr>
        </p:nvSpPr>
        <p:spPr/>
        <p:txBody>
          <a:bodyPr/>
          <a:lstStyle/>
          <a:p>
            <a:fld id="{326951E3-958F-4611-B170-D081BA0250F9}" type="datetimeFigureOut">
              <a:rPr lang="en-US" smtClean="0"/>
              <a:t>9/8/26</a:t>
            </a:fld>
            <a:endParaRPr lang="en-US"/>
          </a:p>
        </p:txBody>
      </p:sp>
      <p:sp>
        <p:nvSpPr>
          <p:cNvPr id="5" name="Footer Placeholder 4">
            <a:extLst>
              <a:ext uri="{FF2B5EF4-FFF2-40B4-BE49-F238E27FC236}">
                <a16:creationId xmlns:a16="http://schemas.microsoft.com/office/drawing/2014/main" id="{4F2DCAEB-1B6E-492E-918E-47179AF48A1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DAE4A38-A745-436E-9E33-63B9F81C0917}"/>
              </a:ext>
            </a:extLst>
          </p:cNvPr>
          <p:cNvSpPr>
            <a:spLocks noGrp="1"/>
          </p:cNvSpPr>
          <p:nvPr>
            <p:ph type="sldNum" sz="quarter" idx="12"/>
          </p:nvPr>
        </p:nvSpPr>
        <p:spPr/>
        <p:txBody>
          <a:bodyPr/>
          <a:lstStyle/>
          <a:p>
            <a:fld id="{57871EFB-7B9E-4E86-A89E-697E8EBB06F2}" type="slidenum">
              <a:rPr lang="en-US" smtClean="0"/>
              <a:t>‹#›</a:t>
            </a:fld>
            <a:endParaRPr lang="en-US"/>
          </a:p>
        </p:txBody>
      </p:sp>
    </p:spTree>
    <p:extLst>
      <p:ext uri="{BB962C8B-B14F-4D97-AF65-F5344CB8AC3E}">
        <p14:creationId xmlns:p14="http://schemas.microsoft.com/office/powerpoint/2010/main" val="359575719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_Rubrikbild">
    <p:spTree>
      <p:nvGrpSpPr>
        <p:cNvPr id="1" name=""/>
        <p:cNvGrpSpPr/>
        <p:nvPr/>
      </p:nvGrpSpPr>
      <p:grpSpPr>
        <a:xfrm>
          <a:off x="0" y="0"/>
          <a:ext cx="0" cy="0"/>
          <a:chOff x="0" y="0"/>
          <a:chExt cx="0" cy="0"/>
        </a:xfrm>
      </p:grpSpPr>
      <p:pic>
        <p:nvPicPr>
          <p:cNvPr id="10" name="Bildobjekt 9" descr="En bild som visar inomhus, person, kläder, säng&#10;&#10;Automatiskt genererad beskrivning">
            <a:extLst>
              <a:ext uri="{FF2B5EF4-FFF2-40B4-BE49-F238E27FC236}">
                <a16:creationId xmlns:a16="http://schemas.microsoft.com/office/drawing/2014/main" id="{FD577F57-CC54-6945-BAC2-E64D467DCE21}"/>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b="15925"/>
          <a:stretch/>
        </p:blipFill>
        <p:spPr>
          <a:xfrm>
            <a:off x="-1" y="-1"/>
            <a:ext cx="12229429" cy="6858001"/>
          </a:xfrm>
          <a:prstGeom prst="rect">
            <a:avLst/>
          </a:prstGeom>
        </p:spPr>
      </p:pic>
      <p:sp>
        <p:nvSpPr>
          <p:cNvPr id="4" name="Platshållare för datum 3">
            <a:extLst>
              <a:ext uri="{FF2B5EF4-FFF2-40B4-BE49-F238E27FC236}">
                <a16:creationId xmlns:a16="http://schemas.microsoft.com/office/drawing/2014/main" id="{E4AF1AF8-AEB3-4116-8430-06FC44EBFF01}"/>
              </a:ext>
            </a:extLst>
          </p:cNvPr>
          <p:cNvSpPr>
            <a:spLocks noGrp="1"/>
          </p:cNvSpPr>
          <p:nvPr>
            <p:ph type="dt" sz="half" idx="10"/>
          </p:nvPr>
        </p:nvSpPr>
        <p:spPr/>
        <p:txBody>
          <a:bodyPr/>
          <a:lstStyle/>
          <a:p>
            <a:fld id="{31C72B15-BDE5-4944-89A6-B12CB88EB080}" type="datetimeFigureOut">
              <a:rPr lang="sv-SE" smtClean="0"/>
              <a:t>2026-09-08</a:t>
            </a:fld>
            <a:endParaRPr lang="sv-SE"/>
          </a:p>
        </p:txBody>
      </p:sp>
      <p:sp>
        <p:nvSpPr>
          <p:cNvPr id="5" name="Platshållare för sidfot 4">
            <a:extLst>
              <a:ext uri="{FF2B5EF4-FFF2-40B4-BE49-F238E27FC236}">
                <a16:creationId xmlns:a16="http://schemas.microsoft.com/office/drawing/2014/main" id="{C1A289FA-712F-4274-85D4-A75BCA2FDB46}"/>
              </a:ext>
            </a:extLst>
          </p:cNvPr>
          <p:cNvSpPr>
            <a:spLocks noGrp="1"/>
          </p:cNvSpPr>
          <p:nvPr>
            <p:ph type="ftr" sz="quarter" idx="11"/>
          </p:nvPr>
        </p:nvSpPr>
        <p:spPr/>
        <p:txBody>
          <a:bodyPr/>
          <a:lstStyle/>
          <a:p>
            <a:endParaRPr lang="sv-SE"/>
          </a:p>
        </p:txBody>
      </p:sp>
      <p:sp>
        <p:nvSpPr>
          <p:cNvPr id="6" name="Platshållare för bildnummer 5">
            <a:extLst>
              <a:ext uri="{FF2B5EF4-FFF2-40B4-BE49-F238E27FC236}">
                <a16:creationId xmlns:a16="http://schemas.microsoft.com/office/drawing/2014/main" id="{C671829A-BDA1-44EB-AC24-5A2D49584318}"/>
              </a:ext>
            </a:extLst>
          </p:cNvPr>
          <p:cNvSpPr>
            <a:spLocks noGrp="1"/>
          </p:cNvSpPr>
          <p:nvPr>
            <p:ph type="sldNum" sz="quarter" idx="12"/>
          </p:nvPr>
        </p:nvSpPr>
        <p:spPr/>
        <p:txBody>
          <a:bodyPr/>
          <a:lstStyle/>
          <a:p>
            <a:fld id="{A731DC30-ECDB-4B69-A4AA-A54F917CAF53}" type="slidenum">
              <a:rPr lang="sv-SE" smtClean="0"/>
              <a:t>‹#›</a:t>
            </a:fld>
            <a:endParaRPr lang="sv-SE"/>
          </a:p>
        </p:txBody>
      </p:sp>
      <p:pic>
        <p:nvPicPr>
          <p:cNvPr id="9" name="Bild 8">
            <a:extLst>
              <a:ext uri="{FF2B5EF4-FFF2-40B4-BE49-F238E27FC236}">
                <a16:creationId xmlns:a16="http://schemas.microsoft.com/office/drawing/2014/main" id="{21B39BC8-761D-7F4E-B842-C5AB9DF67C2D}"/>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38200" y="1770273"/>
            <a:ext cx="10817774" cy="3317451"/>
          </a:xfrm>
          <a:prstGeom prst="rect">
            <a:avLst/>
          </a:prstGeom>
        </p:spPr>
      </p:pic>
    </p:spTree>
    <p:extLst>
      <p:ext uri="{BB962C8B-B14F-4D97-AF65-F5344CB8AC3E}">
        <p14:creationId xmlns:p14="http://schemas.microsoft.com/office/powerpoint/2010/main" val="146463397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Rubrikbild">
    <p:spTree>
      <p:nvGrpSpPr>
        <p:cNvPr id="1" name=""/>
        <p:cNvGrpSpPr/>
        <p:nvPr/>
      </p:nvGrpSpPr>
      <p:grpSpPr>
        <a:xfrm>
          <a:off x="0" y="0"/>
          <a:ext cx="0" cy="0"/>
          <a:chOff x="0" y="0"/>
          <a:chExt cx="0" cy="0"/>
        </a:xfrm>
      </p:grpSpPr>
      <p:pic>
        <p:nvPicPr>
          <p:cNvPr id="8" name="Bildobjekt 7" descr="En bild som visar inomhus, person, kläder, säng&#10;&#10;Automatiskt genererad beskrivning">
            <a:extLst>
              <a:ext uri="{FF2B5EF4-FFF2-40B4-BE49-F238E27FC236}">
                <a16:creationId xmlns:a16="http://schemas.microsoft.com/office/drawing/2014/main" id="{991A3EB1-57B4-40EF-95D6-995972EED86F}"/>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b="15925"/>
          <a:stretch/>
        </p:blipFill>
        <p:spPr>
          <a:xfrm>
            <a:off x="-1" y="-1"/>
            <a:ext cx="12229429" cy="6858001"/>
          </a:xfrm>
          <a:prstGeom prst="rect">
            <a:avLst/>
          </a:prstGeom>
        </p:spPr>
      </p:pic>
      <p:sp>
        <p:nvSpPr>
          <p:cNvPr id="2" name="Rubrik 1">
            <a:extLst>
              <a:ext uri="{FF2B5EF4-FFF2-40B4-BE49-F238E27FC236}">
                <a16:creationId xmlns:a16="http://schemas.microsoft.com/office/drawing/2014/main" id="{B6A404F0-26B7-4344-BE0D-B2B7E95D00BC}"/>
              </a:ext>
            </a:extLst>
          </p:cNvPr>
          <p:cNvSpPr>
            <a:spLocks noGrp="1"/>
          </p:cNvSpPr>
          <p:nvPr>
            <p:ph type="ctrTitle"/>
          </p:nvPr>
        </p:nvSpPr>
        <p:spPr>
          <a:xfrm>
            <a:off x="1524000" y="1122363"/>
            <a:ext cx="9144000" cy="2387600"/>
          </a:xfrm>
        </p:spPr>
        <p:txBody>
          <a:bodyPr anchor="b"/>
          <a:lstStyle>
            <a:lvl1pPr algn="ctr">
              <a:defRPr sz="6000">
                <a:solidFill>
                  <a:schemeClr val="bg1"/>
                </a:solidFill>
                <a:latin typeface="IBM Plex Sans" panose="020B0503050203000203" pitchFamily="34" charset="0"/>
              </a:defRPr>
            </a:lvl1pPr>
          </a:lstStyle>
          <a:p>
            <a:r>
              <a:rPr lang="sv-SE"/>
              <a:t>Klicka här för att ändra mall för rubrikformat</a:t>
            </a:r>
          </a:p>
        </p:txBody>
      </p:sp>
      <p:sp>
        <p:nvSpPr>
          <p:cNvPr id="3" name="Underrubrik 2">
            <a:extLst>
              <a:ext uri="{FF2B5EF4-FFF2-40B4-BE49-F238E27FC236}">
                <a16:creationId xmlns:a16="http://schemas.microsoft.com/office/drawing/2014/main" id="{E02F5B25-1D10-4B7A-9F16-4EA2CAD288AD}"/>
              </a:ext>
            </a:extLst>
          </p:cNvPr>
          <p:cNvSpPr>
            <a:spLocks noGrp="1"/>
          </p:cNvSpPr>
          <p:nvPr>
            <p:ph type="subTitle" idx="1"/>
          </p:nvPr>
        </p:nvSpPr>
        <p:spPr>
          <a:xfrm>
            <a:off x="1524000" y="3602038"/>
            <a:ext cx="9144000" cy="1655762"/>
          </a:xfrm>
        </p:spPr>
        <p:txBody>
          <a:bodyPr/>
          <a:lstStyle>
            <a:lvl1pPr marL="0" indent="0" algn="ctr">
              <a:buNone/>
              <a:defRPr sz="2400">
                <a:solidFill>
                  <a:schemeClr val="bg1"/>
                </a:solidFill>
                <a:latin typeface="IBM Plex Sans" panose="020B0503050203000203"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sv-SE"/>
              <a:t>Klicka här för att ändra mall för underrubrikformat</a:t>
            </a:r>
          </a:p>
        </p:txBody>
      </p:sp>
      <p:sp>
        <p:nvSpPr>
          <p:cNvPr id="4" name="Platshållare för datum 3">
            <a:extLst>
              <a:ext uri="{FF2B5EF4-FFF2-40B4-BE49-F238E27FC236}">
                <a16:creationId xmlns:a16="http://schemas.microsoft.com/office/drawing/2014/main" id="{E4AF1AF8-AEB3-4116-8430-06FC44EBFF01}"/>
              </a:ext>
            </a:extLst>
          </p:cNvPr>
          <p:cNvSpPr>
            <a:spLocks noGrp="1"/>
          </p:cNvSpPr>
          <p:nvPr>
            <p:ph type="dt" sz="half" idx="10"/>
          </p:nvPr>
        </p:nvSpPr>
        <p:spPr/>
        <p:txBody>
          <a:bodyPr/>
          <a:lstStyle/>
          <a:p>
            <a:fld id="{31C72B15-BDE5-4944-89A6-B12CB88EB080}" type="datetimeFigureOut">
              <a:rPr lang="sv-SE" smtClean="0"/>
              <a:t>2026-09-08</a:t>
            </a:fld>
            <a:endParaRPr lang="sv-SE"/>
          </a:p>
        </p:txBody>
      </p:sp>
      <p:sp>
        <p:nvSpPr>
          <p:cNvPr id="5" name="Platshållare för sidfot 4">
            <a:extLst>
              <a:ext uri="{FF2B5EF4-FFF2-40B4-BE49-F238E27FC236}">
                <a16:creationId xmlns:a16="http://schemas.microsoft.com/office/drawing/2014/main" id="{C1A289FA-712F-4274-85D4-A75BCA2FDB46}"/>
              </a:ext>
            </a:extLst>
          </p:cNvPr>
          <p:cNvSpPr>
            <a:spLocks noGrp="1"/>
          </p:cNvSpPr>
          <p:nvPr>
            <p:ph type="ftr" sz="quarter" idx="11"/>
          </p:nvPr>
        </p:nvSpPr>
        <p:spPr/>
        <p:txBody>
          <a:bodyPr/>
          <a:lstStyle/>
          <a:p>
            <a:endParaRPr lang="sv-SE"/>
          </a:p>
        </p:txBody>
      </p:sp>
      <p:sp>
        <p:nvSpPr>
          <p:cNvPr id="6" name="Platshållare för bildnummer 5">
            <a:extLst>
              <a:ext uri="{FF2B5EF4-FFF2-40B4-BE49-F238E27FC236}">
                <a16:creationId xmlns:a16="http://schemas.microsoft.com/office/drawing/2014/main" id="{C671829A-BDA1-44EB-AC24-5A2D49584318}"/>
              </a:ext>
            </a:extLst>
          </p:cNvPr>
          <p:cNvSpPr>
            <a:spLocks noGrp="1"/>
          </p:cNvSpPr>
          <p:nvPr>
            <p:ph type="sldNum" sz="quarter" idx="12"/>
          </p:nvPr>
        </p:nvSpPr>
        <p:spPr/>
        <p:txBody>
          <a:bodyPr/>
          <a:lstStyle/>
          <a:p>
            <a:fld id="{A731DC30-ECDB-4B69-A4AA-A54F917CAF53}" type="slidenum">
              <a:rPr lang="sv-SE" smtClean="0"/>
              <a:t>‹#›</a:t>
            </a:fld>
            <a:endParaRPr lang="sv-SE"/>
          </a:p>
        </p:txBody>
      </p:sp>
      <p:pic>
        <p:nvPicPr>
          <p:cNvPr id="9" name="Bild 8">
            <a:extLst>
              <a:ext uri="{FF2B5EF4-FFF2-40B4-BE49-F238E27FC236}">
                <a16:creationId xmlns:a16="http://schemas.microsoft.com/office/drawing/2014/main" id="{21B39BC8-761D-7F4E-B842-C5AB9DF67C2D}"/>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5250" y="109538"/>
            <a:ext cx="2857500" cy="876300"/>
          </a:xfrm>
          <a:prstGeom prst="rect">
            <a:avLst/>
          </a:prstGeom>
        </p:spPr>
      </p:pic>
    </p:spTree>
    <p:extLst>
      <p:ext uri="{BB962C8B-B14F-4D97-AF65-F5344CB8AC3E}">
        <p14:creationId xmlns:p14="http://schemas.microsoft.com/office/powerpoint/2010/main" val="217714177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Rubrik och innehåll">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74FA2961-3025-4BE0-A441-C8F530F60374}"/>
              </a:ext>
            </a:extLst>
          </p:cNvPr>
          <p:cNvSpPr>
            <a:spLocks noGrp="1"/>
          </p:cNvSpPr>
          <p:nvPr>
            <p:ph type="title"/>
          </p:nvPr>
        </p:nvSpPr>
        <p:spPr/>
        <p:txBody>
          <a:bodyPr/>
          <a:lstStyle>
            <a:lvl1pPr>
              <a:defRPr>
                <a:solidFill>
                  <a:srgbClr val="212B8C"/>
                </a:solidFill>
              </a:defRPr>
            </a:lvl1pPr>
          </a:lstStyle>
          <a:p>
            <a:r>
              <a:rPr lang="sv-SE"/>
              <a:t>Klicka här för att ändra mall för rubrikformat</a:t>
            </a:r>
          </a:p>
        </p:txBody>
      </p:sp>
      <p:sp>
        <p:nvSpPr>
          <p:cNvPr id="3" name="Platshållare för innehåll 2">
            <a:extLst>
              <a:ext uri="{FF2B5EF4-FFF2-40B4-BE49-F238E27FC236}">
                <a16:creationId xmlns:a16="http://schemas.microsoft.com/office/drawing/2014/main" id="{7C7EBE1B-C25E-4DA5-9494-CC7206124AF2}"/>
              </a:ext>
            </a:extLst>
          </p:cNvPr>
          <p:cNvSpPr>
            <a:spLocks noGrp="1"/>
          </p:cNvSpPr>
          <p:nvPr>
            <p:ph idx="1"/>
          </p:nvPr>
        </p:nvSpPr>
        <p:spPr/>
        <p:txBody>
          <a:bodyPr/>
          <a:lstStyle>
            <a:lvl1pPr>
              <a:defRPr>
                <a:solidFill>
                  <a:srgbClr val="212B8C"/>
                </a:solidFill>
              </a:defRPr>
            </a:lvl1pPr>
            <a:lvl2pPr>
              <a:defRPr>
                <a:solidFill>
                  <a:srgbClr val="212B8C"/>
                </a:solidFill>
              </a:defRPr>
            </a:lvl2pPr>
            <a:lvl3pPr>
              <a:defRPr>
                <a:solidFill>
                  <a:srgbClr val="212B8C"/>
                </a:solidFill>
              </a:defRPr>
            </a:lvl3pPr>
            <a:lvl4pPr>
              <a:defRPr>
                <a:solidFill>
                  <a:srgbClr val="212B8C"/>
                </a:solidFill>
              </a:defRPr>
            </a:lvl4pPr>
            <a:lvl5pPr>
              <a:defRPr>
                <a:solidFill>
                  <a:srgbClr val="212B8C"/>
                </a:solidFill>
              </a:defRPr>
            </a:lvl5pPr>
          </a:lstStyle>
          <a:p>
            <a:pPr lvl="0"/>
            <a:r>
              <a:rPr lang="sv-SE"/>
              <a:t>Klicka här för att ändra format på bakgrundstexten</a:t>
            </a:r>
          </a:p>
          <a:p>
            <a:pPr lvl="1"/>
            <a:r>
              <a:rPr lang="sv-SE"/>
              <a:t>Nivå två</a:t>
            </a:r>
          </a:p>
          <a:p>
            <a:pPr lvl="2"/>
            <a:r>
              <a:rPr lang="sv-SE"/>
              <a:t>Nivå tre</a:t>
            </a:r>
          </a:p>
          <a:p>
            <a:pPr lvl="3"/>
            <a:r>
              <a:rPr lang="sv-SE"/>
              <a:t>Nivå fyra</a:t>
            </a:r>
          </a:p>
          <a:p>
            <a:pPr lvl="4"/>
            <a:r>
              <a:rPr lang="sv-SE"/>
              <a:t>Nivå fem</a:t>
            </a:r>
          </a:p>
        </p:txBody>
      </p:sp>
      <p:sp>
        <p:nvSpPr>
          <p:cNvPr id="4" name="Platshållare för datum 3">
            <a:extLst>
              <a:ext uri="{FF2B5EF4-FFF2-40B4-BE49-F238E27FC236}">
                <a16:creationId xmlns:a16="http://schemas.microsoft.com/office/drawing/2014/main" id="{FC10BAAD-6EBA-4298-B3AA-861CCA58548E}"/>
              </a:ext>
            </a:extLst>
          </p:cNvPr>
          <p:cNvSpPr>
            <a:spLocks noGrp="1"/>
          </p:cNvSpPr>
          <p:nvPr>
            <p:ph type="dt" sz="half" idx="10"/>
          </p:nvPr>
        </p:nvSpPr>
        <p:spPr/>
        <p:txBody>
          <a:bodyPr/>
          <a:lstStyle/>
          <a:p>
            <a:fld id="{31C72B15-BDE5-4944-89A6-B12CB88EB080}" type="datetimeFigureOut">
              <a:rPr lang="sv-SE" smtClean="0"/>
              <a:t>2026-09-08</a:t>
            </a:fld>
            <a:endParaRPr lang="sv-SE"/>
          </a:p>
        </p:txBody>
      </p:sp>
      <p:sp>
        <p:nvSpPr>
          <p:cNvPr id="5" name="Platshållare för sidfot 4">
            <a:extLst>
              <a:ext uri="{FF2B5EF4-FFF2-40B4-BE49-F238E27FC236}">
                <a16:creationId xmlns:a16="http://schemas.microsoft.com/office/drawing/2014/main" id="{4524638F-3775-4189-9FC0-E652FC4ED688}"/>
              </a:ext>
            </a:extLst>
          </p:cNvPr>
          <p:cNvSpPr>
            <a:spLocks noGrp="1"/>
          </p:cNvSpPr>
          <p:nvPr>
            <p:ph type="ftr" sz="quarter" idx="11"/>
          </p:nvPr>
        </p:nvSpPr>
        <p:spPr/>
        <p:txBody>
          <a:bodyPr/>
          <a:lstStyle/>
          <a:p>
            <a:endParaRPr lang="sv-SE"/>
          </a:p>
        </p:txBody>
      </p:sp>
      <p:sp>
        <p:nvSpPr>
          <p:cNvPr id="6" name="Platshållare för bildnummer 5">
            <a:extLst>
              <a:ext uri="{FF2B5EF4-FFF2-40B4-BE49-F238E27FC236}">
                <a16:creationId xmlns:a16="http://schemas.microsoft.com/office/drawing/2014/main" id="{FFED8CD3-7FD8-48A0-9898-D976FE457DFD}"/>
              </a:ext>
            </a:extLst>
          </p:cNvPr>
          <p:cNvSpPr>
            <a:spLocks noGrp="1"/>
          </p:cNvSpPr>
          <p:nvPr>
            <p:ph type="sldNum" sz="quarter" idx="12"/>
          </p:nvPr>
        </p:nvSpPr>
        <p:spPr/>
        <p:txBody>
          <a:bodyPr/>
          <a:lstStyle/>
          <a:p>
            <a:fld id="{A731DC30-ECDB-4B69-A4AA-A54F917CAF53}" type="slidenum">
              <a:rPr lang="sv-SE" smtClean="0"/>
              <a:t>‹#›</a:t>
            </a:fld>
            <a:endParaRPr lang="sv-SE"/>
          </a:p>
        </p:txBody>
      </p:sp>
      <p:pic>
        <p:nvPicPr>
          <p:cNvPr id="9" name="Bildobjekt 8">
            <a:extLst>
              <a:ext uri="{FF2B5EF4-FFF2-40B4-BE49-F238E27FC236}">
                <a16:creationId xmlns:a16="http://schemas.microsoft.com/office/drawing/2014/main" id="{2AE52B67-CC8D-B643-8D56-29D25CF91598}"/>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64616" y="6250561"/>
            <a:ext cx="1001752" cy="196343"/>
          </a:xfrm>
          <a:prstGeom prst="rect">
            <a:avLst/>
          </a:prstGeom>
        </p:spPr>
      </p:pic>
    </p:spTree>
    <p:extLst>
      <p:ext uri="{BB962C8B-B14F-4D97-AF65-F5344CB8AC3E}">
        <p14:creationId xmlns:p14="http://schemas.microsoft.com/office/powerpoint/2010/main" val="414796328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vå delar">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BFD8FB69-F31C-43FF-9EAE-E3E34CE98E8A}"/>
              </a:ext>
            </a:extLst>
          </p:cNvPr>
          <p:cNvSpPr>
            <a:spLocks noGrp="1"/>
          </p:cNvSpPr>
          <p:nvPr>
            <p:ph type="title"/>
          </p:nvPr>
        </p:nvSpPr>
        <p:spPr/>
        <p:txBody>
          <a:bodyPr/>
          <a:lstStyle>
            <a:lvl1pPr>
              <a:defRPr>
                <a:solidFill>
                  <a:srgbClr val="212B8C"/>
                </a:solidFill>
              </a:defRPr>
            </a:lvl1pPr>
          </a:lstStyle>
          <a:p>
            <a:r>
              <a:rPr lang="sv-SE"/>
              <a:t>Klicka här för att ändra mall för rubrikformat</a:t>
            </a:r>
          </a:p>
        </p:txBody>
      </p:sp>
      <p:sp>
        <p:nvSpPr>
          <p:cNvPr id="4" name="Platshållare för innehåll 3">
            <a:extLst>
              <a:ext uri="{FF2B5EF4-FFF2-40B4-BE49-F238E27FC236}">
                <a16:creationId xmlns:a16="http://schemas.microsoft.com/office/drawing/2014/main" id="{FFCC2D29-260A-4676-B64D-74ACABA3A0D1}"/>
              </a:ext>
            </a:extLst>
          </p:cNvPr>
          <p:cNvSpPr>
            <a:spLocks noGrp="1"/>
          </p:cNvSpPr>
          <p:nvPr>
            <p:ph sz="half" idx="2"/>
          </p:nvPr>
        </p:nvSpPr>
        <p:spPr>
          <a:xfrm>
            <a:off x="6172200" y="1825625"/>
            <a:ext cx="5181600" cy="3499410"/>
          </a:xfrm>
        </p:spPr>
        <p:txBody>
          <a:bodyPr/>
          <a:lstStyle>
            <a:lvl1pPr>
              <a:defRPr>
                <a:solidFill>
                  <a:srgbClr val="212B8C"/>
                </a:solidFill>
              </a:defRPr>
            </a:lvl1pPr>
            <a:lvl2pPr>
              <a:defRPr>
                <a:solidFill>
                  <a:srgbClr val="212B8C"/>
                </a:solidFill>
              </a:defRPr>
            </a:lvl2pPr>
            <a:lvl3pPr>
              <a:defRPr>
                <a:solidFill>
                  <a:srgbClr val="212B8C"/>
                </a:solidFill>
              </a:defRPr>
            </a:lvl3pPr>
            <a:lvl4pPr>
              <a:defRPr>
                <a:solidFill>
                  <a:srgbClr val="212B8C"/>
                </a:solidFill>
              </a:defRPr>
            </a:lvl4pPr>
            <a:lvl5pPr>
              <a:defRPr>
                <a:solidFill>
                  <a:srgbClr val="212B8C"/>
                </a:solidFill>
              </a:defRPr>
            </a:lvl5pPr>
          </a:lstStyle>
          <a:p>
            <a:pPr lvl="0"/>
            <a:r>
              <a:rPr lang="sv-SE"/>
              <a:t>Klicka här för att ändra format på bakgrundstexten</a:t>
            </a:r>
          </a:p>
          <a:p>
            <a:pPr lvl="1"/>
            <a:r>
              <a:rPr lang="sv-SE"/>
              <a:t>Nivå två</a:t>
            </a:r>
          </a:p>
          <a:p>
            <a:pPr lvl="2"/>
            <a:r>
              <a:rPr lang="sv-SE"/>
              <a:t>Nivå tre</a:t>
            </a:r>
          </a:p>
          <a:p>
            <a:pPr lvl="3"/>
            <a:r>
              <a:rPr lang="sv-SE"/>
              <a:t>Nivå fyra</a:t>
            </a:r>
          </a:p>
          <a:p>
            <a:pPr lvl="4"/>
            <a:r>
              <a:rPr lang="sv-SE"/>
              <a:t>Nivå fem</a:t>
            </a:r>
          </a:p>
        </p:txBody>
      </p:sp>
      <p:sp>
        <p:nvSpPr>
          <p:cNvPr id="5" name="Platshållare för datum 4">
            <a:extLst>
              <a:ext uri="{FF2B5EF4-FFF2-40B4-BE49-F238E27FC236}">
                <a16:creationId xmlns:a16="http://schemas.microsoft.com/office/drawing/2014/main" id="{4EC390FC-B8B3-46BC-B0C4-9B6ED738FE1D}"/>
              </a:ext>
            </a:extLst>
          </p:cNvPr>
          <p:cNvSpPr>
            <a:spLocks noGrp="1"/>
          </p:cNvSpPr>
          <p:nvPr>
            <p:ph type="dt" sz="half" idx="10"/>
          </p:nvPr>
        </p:nvSpPr>
        <p:spPr/>
        <p:txBody>
          <a:bodyPr/>
          <a:lstStyle/>
          <a:p>
            <a:fld id="{31C72B15-BDE5-4944-89A6-B12CB88EB080}" type="datetimeFigureOut">
              <a:rPr lang="sv-SE" smtClean="0"/>
              <a:t>2026-09-08</a:t>
            </a:fld>
            <a:endParaRPr lang="sv-SE"/>
          </a:p>
        </p:txBody>
      </p:sp>
      <p:sp>
        <p:nvSpPr>
          <p:cNvPr id="6" name="Platshållare för sidfot 5">
            <a:extLst>
              <a:ext uri="{FF2B5EF4-FFF2-40B4-BE49-F238E27FC236}">
                <a16:creationId xmlns:a16="http://schemas.microsoft.com/office/drawing/2014/main" id="{435EEB4B-ACE4-44E2-B935-98904344658A}"/>
              </a:ext>
            </a:extLst>
          </p:cNvPr>
          <p:cNvSpPr>
            <a:spLocks noGrp="1"/>
          </p:cNvSpPr>
          <p:nvPr>
            <p:ph type="ftr" sz="quarter" idx="11"/>
          </p:nvPr>
        </p:nvSpPr>
        <p:spPr/>
        <p:txBody>
          <a:bodyPr/>
          <a:lstStyle/>
          <a:p>
            <a:endParaRPr lang="sv-SE"/>
          </a:p>
        </p:txBody>
      </p:sp>
      <p:sp>
        <p:nvSpPr>
          <p:cNvPr id="7" name="Platshållare för bildnummer 6">
            <a:extLst>
              <a:ext uri="{FF2B5EF4-FFF2-40B4-BE49-F238E27FC236}">
                <a16:creationId xmlns:a16="http://schemas.microsoft.com/office/drawing/2014/main" id="{A6001860-9600-4917-B5B7-C72CA2E94883}"/>
              </a:ext>
            </a:extLst>
          </p:cNvPr>
          <p:cNvSpPr>
            <a:spLocks noGrp="1"/>
          </p:cNvSpPr>
          <p:nvPr>
            <p:ph type="sldNum" sz="quarter" idx="12"/>
          </p:nvPr>
        </p:nvSpPr>
        <p:spPr/>
        <p:txBody>
          <a:bodyPr/>
          <a:lstStyle/>
          <a:p>
            <a:fld id="{A731DC30-ECDB-4B69-A4AA-A54F917CAF53}" type="slidenum">
              <a:rPr lang="sv-SE" smtClean="0"/>
              <a:t>‹#›</a:t>
            </a:fld>
            <a:endParaRPr lang="sv-SE"/>
          </a:p>
        </p:txBody>
      </p:sp>
      <p:pic>
        <p:nvPicPr>
          <p:cNvPr id="11" name="Bildobjekt 10">
            <a:extLst>
              <a:ext uri="{FF2B5EF4-FFF2-40B4-BE49-F238E27FC236}">
                <a16:creationId xmlns:a16="http://schemas.microsoft.com/office/drawing/2014/main" id="{43C862E6-7BC8-DA45-B879-FE200FD56A96}"/>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64616" y="6250561"/>
            <a:ext cx="1001752" cy="196343"/>
          </a:xfrm>
          <a:prstGeom prst="rect">
            <a:avLst/>
          </a:prstGeom>
        </p:spPr>
      </p:pic>
      <p:sp>
        <p:nvSpPr>
          <p:cNvPr id="12" name="Platshållare för innehåll 11">
            <a:extLst>
              <a:ext uri="{FF2B5EF4-FFF2-40B4-BE49-F238E27FC236}">
                <a16:creationId xmlns:a16="http://schemas.microsoft.com/office/drawing/2014/main" id="{BE336586-3C12-40D1-9BF6-3C36903C9578}"/>
              </a:ext>
            </a:extLst>
          </p:cNvPr>
          <p:cNvSpPr>
            <a:spLocks noGrp="1"/>
          </p:cNvSpPr>
          <p:nvPr>
            <p:ph sz="quarter" idx="13"/>
          </p:nvPr>
        </p:nvSpPr>
        <p:spPr>
          <a:xfrm>
            <a:off x="838200" y="1825626"/>
            <a:ext cx="5181600" cy="3499410"/>
          </a:xfrm>
        </p:spPr>
        <p:txBody>
          <a:bodyPr/>
          <a:lstStyle/>
          <a:p>
            <a:pPr lvl="0"/>
            <a:r>
              <a:rPr lang="sv-SE"/>
              <a:t>Klicka här för att ändra format på bakgrundstexten</a:t>
            </a:r>
          </a:p>
          <a:p>
            <a:pPr lvl="1"/>
            <a:r>
              <a:rPr lang="sv-SE"/>
              <a:t>Nivå två</a:t>
            </a:r>
          </a:p>
          <a:p>
            <a:pPr lvl="2"/>
            <a:r>
              <a:rPr lang="sv-SE"/>
              <a:t>Nivå tre</a:t>
            </a:r>
          </a:p>
          <a:p>
            <a:pPr lvl="3"/>
            <a:r>
              <a:rPr lang="sv-SE"/>
              <a:t>Nivå fyra</a:t>
            </a:r>
          </a:p>
          <a:p>
            <a:pPr lvl="4"/>
            <a:r>
              <a:rPr lang="sv-SE"/>
              <a:t>Nivå fem</a:t>
            </a:r>
          </a:p>
        </p:txBody>
      </p:sp>
    </p:spTree>
    <p:extLst>
      <p:ext uri="{BB962C8B-B14F-4D97-AF65-F5344CB8AC3E}">
        <p14:creationId xmlns:p14="http://schemas.microsoft.com/office/powerpoint/2010/main" val="408183009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Bild och text">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BFD8FB69-F31C-43FF-9EAE-E3E34CE98E8A}"/>
              </a:ext>
            </a:extLst>
          </p:cNvPr>
          <p:cNvSpPr>
            <a:spLocks noGrp="1"/>
          </p:cNvSpPr>
          <p:nvPr>
            <p:ph type="title"/>
          </p:nvPr>
        </p:nvSpPr>
        <p:spPr/>
        <p:txBody>
          <a:bodyPr/>
          <a:lstStyle>
            <a:lvl1pPr>
              <a:defRPr>
                <a:solidFill>
                  <a:srgbClr val="212B8C"/>
                </a:solidFill>
              </a:defRPr>
            </a:lvl1pPr>
          </a:lstStyle>
          <a:p>
            <a:r>
              <a:rPr lang="sv-SE"/>
              <a:t>Klicka här för att ändra mall för rubrikformat</a:t>
            </a:r>
          </a:p>
        </p:txBody>
      </p:sp>
      <p:sp>
        <p:nvSpPr>
          <p:cNvPr id="4" name="Platshållare för innehåll 3">
            <a:extLst>
              <a:ext uri="{FF2B5EF4-FFF2-40B4-BE49-F238E27FC236}">
                <a16:creationId xmlns:a16="http://schemas.microsoft.com/office/drawing/2014/main" id="{FFCC2D29-260A-4676-B64D-74ACABA3A0D1}"/>
              </a:ext>
            </a:extLst>
          </p:cNvPr>
          <p:cNvSpPr>
            <a:spLocks noGrp="1"/>
          </p:cNvSpPr>
          <p:nvPr>
            <p:ph sz="half" idx="2"/>
          </p:nvPr>
        </p:nvSpPr>
        <p:spPr>
          <a:xfrm>
            <a:off x="6172200" y="1825625"/>
            <a:ext cx="5181600" cy="3499410"/>
          </a:xfrm>
        </p:spPr>
        <p:txBody>
          <a:bodyPr/>
          <a:lstStyle>
            <a:lvl1pPr>
              <a:defRPr>
                <a:solidFill>
                  <a:srgbClr val="212B8C"/>
                </a:solidFill>
              </a:defRPr>
            </a:lvl1pPr>
            <a:lvl2pPr>
              <a:defRPr>
                <a:solidFill>
                  <a:srgbClr val="212B8C"/>
                </a:solidFill>
              </a:defRPr>
            </a:lvl2pPr>
            <a:lvl3pPr>
              <a:defRPr>
                <a:solidFill>
                  <a:srgbClr val="212B8C"/>
                </a:solidFill>
              </a:defRPr>
            </a:lvl3pPr>
            <a:lvl4pPr>
              <a:defRPr>
                <a:solidFill>
                  <a:srgbClr val="212B8C"/>
                </a:solidFill>
              </a:defRPr>
            </a:lvl4pPr>
            <a:lvl5pPr>
              <a:defRPr>
                <a:solidFill>
                  <a:srgbClr val="212B8C"/>
                </a:solidFill>
              </a:defRPr>
            </a:lvl5pPr>
          </a:lstStyle>
          <a:p>
            <a:pPr lvl="0"/>
            <a:r>
              <a:rPr lang="sv-SE"/>
              <a:t>Klicka här för att ändra format på bakgrundstexten</a:t>
            </a:r>
          </a:p>
          <a:p>
            <a:pPr lvl="1"/>
            <a:r>
              <a:rPr lang="sv-SE"/>
              <a:t>Nivå två</a:t>
            </a:r>
          </a:p>
          <a:p>
            <a:pPr lvl="2"/>
            <a:r>
              <a:rPr lang="sv-SE"/>
              <a:t>Nivå tre</a:t>
            </a:r>
          </a:p>
          <a:p>
            <a:pPr lvl="3"/>
            <a:r>
              <a:rPr lang="sv-SE"/>
              <a:t>Nivå fyra</a:t>
            </a:r>
          </a:p>
          <a:p>
            <a:pPr lvl="4"/>
            <a:r>
              <a:rPr lang="sv-SE"/>
              <a:t>Nivå fem</a:t>
            </a:r>
          </a:p>
        </p:txBody>
      </p:sp>
      <p:sp>
        <p:nvSpPr>
          <p:cNvPr id="5" name="Platshållare för datum 4">
            <a:extLst>
              <a:ext uri="{FF2B5EF4-FFF2-40B4-BE49-F238E27FC236}">
                <a16:creationId xmlns:a16="http://schemas.microsoft.com/office/drawing/2014/main" id="{4EC390FC-B8B3-46BC-B0C4-9B6ED738FE1D}"/>
              </a:ext>
            </a:extLst>
          </p:cNvPr>
          <p:cNvSpPr>
            <a:spLocks noGrp="1"/>
          </p:cNvSpPr>
          <p:nvPr>
            <p:ph type="dt" sz="half" idx="10"/>
          </p:nvPr>
        </p:nvSpPr>
        <p:spPr/>
        <p:txBody>
          <a:bodyPr/>
          <a:lstStyle/>
          <a:p>
            <a:fld id="{31C72B15-BDE5-4944-89A6-B12CB88EB080}" type="datetimeFigureOut">
              <a:rPr lang="sv-SE" smtClean="0"/>
              <a:t>2026-09-08</a:t>
            </a:fld>
            <a:endParaRPr lang="sv-SE"/>
          </a:p>
        </p:txBody>
      </p:sp>
      <p:sp>
        <p:nvSpPr>
          <p:cNvPr id="6" name="Platshållare för sidfot 5">
            <a:extLst>
              <a:ext uri="{FF2B5EF4-FFF2-40B4-BE49-F238E27FC236}">
                <a16:creationId xmlns:a16="http://schemas.microsoft.com/office/drawing/2014/main" id="{435EEB4B-ACE4-44E2-B935-98904344658A}"/>
              </a:ext>
            </a:extLst>
          </p:cNvPr>
          <p:cNvSpPr>
            <a:spLocks noGrp="1"/>
          </p:cNvSpPr>
          <p:nvPr>
            <p:ph type="ftr" sz="quarter" idx="11"/>
          </p:nvPr>
        </p:nvSpPr>
        <p:spPr/>
        <p:txBody>
          <a:bodyPr/>
          <a:lstStyle/>
          <a:p>
            <a:endParaRPr lang="sv-SE"/>
          </a:p>
        </p:txBody>
      </p:sp>
      <p:sp>
        <p:nvSpPr>
          <p:cNvPr id="7" name="Platshållare för bildnummer 6">
            <a:extLst>
              <a:ext uri="{FF2B5EF4-FFF2-40B4-BE49-F238E27FC236}">
                <a16:creationId xmlns:a16="http://schemas.microsoft.com/office/drawing/2014/main" id="{A6001860-9600-4917-B5B7-C72CA2E94883}"/>
              </a:ext>
            </a:extLst>
          </p:cNvPr>
          <p:cNvSpPr>
            <a:spLocks noGrp="1"/>
          </p:cNvSpPr>
          <p:nvPr>
            <p:ph type="sldNum" sz="quarter" idx="12"/>
          </p:nvPr>
        </p:nvSpPr>
        <p:spPr/>
        <p:txBody>
          <a:bodyPr/>
          <a:lstStyle/>
          <a:p>
            <a:fld id="{A731DC30-ECDB-4B69-A4AA-A54F917CAF53}" type="slidenum">
              <a:rPr lang="sv-SE" smtClean="0"/>
              <a:t>‹#›</a:t>
            </a:fld>
            <a:endParaRPr lang="sv-SE"/>
          </a:p>
        </p:txBody>
      </p:sp>
      <p:pic>
        <p:nvPicPr>
          <p:cNvPr id="9" name="Bildobjekt 8">
            <a:extLst>
              <a:ext uri="{FF2B5EF4-FFF2-40B4-BE49-F238E27FC236}">
                <a16:creationId xmlns:a16="http://schemas.microsoft.com/office/drawing/2014/main" id="{5B30FCC6-1010-1547-A2DE-6FDBAC94E95E}"/>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846884" y="1825625"/>
            <a:ext cx="5249115" cy="3499410"/>
          </a:xfrm>
          <a:prstGeom prst="rect">
            <a:avLst/>
          </a:prstGeom>
        </p:spPr>
      </p:pic>
      <p:pic>
        <p:nvPicPr>
          <p:cNvPr id="11" name="Bildobjekt 10">
            <a:extLst>
              <a:ext uri="{FF2B5EF4-FFF2-40B4-BE49-F238E27FC236}">
                <a16:creationId xmlns:a16="http://schemas.microsoft.com/office/drawing/2014/main" id="{43C862E6-7BC8-DA45-B879-FE200FD56A96}"/>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264616" y="6250561"/>
            <a:ext cx="1001752" cy="196343"/>
          </a:xfrm>
          <a:prstGeom prst="rect">
            <a:avLst/>
          </a:prstGeom>
        </p:spPr>
      </p:pic>
    </p:spTree>
    <p:extLst>
      <p:ext uri="{BB962C8B-B14F-4D97-AF65-F5344CB8AC3E}">
        <p14:creationId xmlns:p14="http://schemas.microsoft.com/office/powerpoint/2010/main" val="408916789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Jämförelse">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A6F5DF64-7B22-4A4D-8A5A-EBA77E8B14F9}"/>
              </a:ext>
            </a:extLst>
          </p:cNvPr>
          <p:cNvSpPr>
            <a:spLocks noGrp="1"/>
          </p:cNvSpPr>
          <p:nvPr>
            <p:ph type="title"/>
          </p:nvPr>
        </p:nvSpPr>
        <p:spPr>
          <a:xfrm>
            <a:off x="839788" y="365125"/>
            <a:ext cx="10515600" cy="1325563"/>
          </a:xfrm>
        </p:spPr>
        <p:txBody>
          <a:bodyPr/>
          <a:lstStyle>
            <a:lvl1pPr>
              <a:defRPr>
                <a:solidFill>
                  <a:srgbClr val="212B8C"/>
                </a:solidFill>
              </a:defRPr>
            </a:lvl1pPr>
          </a:lstStyle>
          <a:p>
            <a:r>
              <a:rPr lang="sv-SE"/>
              <a:t>Klicka här för att ändra mall för rubrikformat</a:t>
            </a:r>
          </a:p>
        </p:txBody>
      </p:sp>
      <p:sp>
        <p:nvSpPr>
          <p:cNvPr id="3" name="Platshållare för text 2">
            <a:extLst>
              <a:ext uri="{FF2B5EF4-FFF2-40B4-BE49-F238E27FC236}">
                <a16:creationId xmlns:a16="http://schemas.microsoft.com/office/drawing/2014/main" id="{BBE7F9A7-D9FB-469C-B36D-700482892CD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sv-SE"/>
              <a:t>Klicka här för att ändra format på bakgrundstexten</a:t>
            </a:r>
          </a:p>
        </p:txBody>
      </p:sp>
      <p:sp>
        <p:nvSpPr>
          <p:cNvPr id="4" name="Platshållare för innehåll 3">
            <a:extLst>
              <a:ext uri="{FF2B5EF4-FFF2-40B4-BE49-F238E27FC236}">
                <a16:creationId xmlns:a16="http://schemas.microsoft.com/office/drawing/2014/main" id="{BD1240D3-8957-4321-A7E0-AAB5A1549FBC}"/>
              </a:ext>
            </a:extLst>
          </p:cNvPr>
          <p:cNvSpPr>
            <a:spLocks noGrp="1"/>
          </p:cNvSpPr>
          <p:nvPr>
            <p:ph sz="half" idx="2" hasCustomPrompt="1"/>
          </p:nvPr>
        </p:nvSpPr>
        <p:spPr>
          <a:xfrm>
            <a:off x="839788" y="2505075"/>
            <a:ext cx="5157787" cy="3684588"/>
          </a:xfrm>
        </p:spPr>
        <p:txBody>
          <a:bodyPr/>
          <a:lstStyle>
            <a:lvl1pPr marL="457200" indent="-457200">
              <a:buFont typeface="Arial" panose="020B0604020202020204" pitchFamily="34" charset="0"/>
              <a:buChar char="•"/>
              <a:defRPr/>
            </a:lvl1pPr>
          </a:lstStyle>
          <a:p>
            <a:pPr lvl="0"/>
            <a:r>
              <a:rPr lang="sv-SE"/>
              <a:t>Nivå 1</a:t>
            </a:r>
          </a:p>
          <a:p>
            <a:pPr lvl="1"/>
            <a:r>
              <a:rPr lang="sv-SE"/>
              <a:t>Nivå 2</a:t>
            </a:r>
          </a:p>
        </p:txBody>
      </p:sp>
      <p:sp>
        <p:nvSpPr>
          <p:cNvPr id="7" name="Platshållare för datum 6">
            <a:extLst>
              <a:ext uri="{FF2B5EF4-FFF2-40B4-BE49-F238E27FC236}">
                <a16:creationId xmlns:a16="http://schemas.microsoft.com/office/drawing/2014/main" id="{9888C900-D8D1-4366-861C-EE5FD49F7F6C}"/>
              </a:ext>
            </a:extLst>
          </p:cNvPr>
          <p:cNvSpPr>
            <a:spLocks noGrp="1"/>
          </p:cNvSpPr>
          <p:nvPr>
            <p:ph type="dt" sz="half" idx="10"/>
          </p:nvPr>
        </p:nvSpPr>
        <p:spPr/>
        <p:txBody>
          <a:bodyPr/>
          <a:lstStyle/>
          <a:p>
            <a:fld id="{31C72B15-BDE5-4944-89A6-B12CB88EB080}" type="datetimeFigureOut">
              <a:rPr lang="sv-SE" smtClean="0"/>
              <a:t>2026-09-08</a:t>
            </a:fld>
            <a:endParaRPr lang="sv-SE"/>
          </a:p>
        </p:txBody>
      </p:sp>
      <p:sp>
        <p:nvSpPr>
          <p:cNvPr id="8" name="Platshållare för sidfot 7">
            <a:extLst>
              <a:ext uri="{FF2B5EF4-FFF2-40B4-BE49-F238E27FC236}">
                <a16:creationId xmlns:a16="http://schemas.microsoft.com/office/drawing/2014/main" id="{9258D516-146C-4455-8824-DFEF3D112067}"/>
              </a:ext>
            </a:extLst>
          </p:cNvPr>
          <p:cNvSpPr>
            <a:spLocks noGrp="1"/>
          </p:cNvSpPr>
          <p:nvPr>
            <p:ph type="ftr" sz="quarter" idx="11"/>
          </p:nvPr>
        </p:nvSpPr>
        <p:spPr/>
        <p:txBody>
          <a:bodyPr/>
          <a:lstStyle/>
          <a:p>
            <a:endParaRPr lang="sv-SE"/>
          </a:p>
        </p:txBody>
      </p:sp>
      <p:sp>
        <p:nvSpPr>
          <p:cNvPr id="9" name="Platshållare för bildnummer 8">
            <a:extLst>
              <a:ext uri="{FF2B5EF4-FFF2-40B4-BE49-F238E27FC236}">
                <a16:creationId xmlns:a16="http://schemas.microsoft.com/office/drawing/2014/main" id="{FF3922B1-E4B9-4C2C-A2FF-878254F3F564}"/>
              </a:ext>
            </a:extLst>
          </p:cNvPr>
          <p:cNvSpPr>
            <a:spLocks noGrp="1"/>
          </p:cNvSpPr>
          <p:nvPr>
            <p:ph type="sldNum" sz="quarter" idx="12"/>
          </p:nvPr>
        </p:nvSpPr>
        <p:spPr/>
        <p:txBody>
          <a:bodyPr/>
          <a:lstStyle/>
          <a:p>
            <a:fld id="{A731DC30-ECDB-4B69-A4AA-A54F917CAF53}" type="slidenum">
              <a:rPr lang="sv-SE" smtClean="0"/>
              <a:t>‹#›</a:t>
            </a:fld>
            <a:endParaRPr lang="sv-SE"/>
          </a:p>
        </p:txBody>
      </p:sp>
      <p:pic>
        <p:nvPicPr>
          <p:cNvPr id="11" name="Bildobjekt 10">
            <a:extLst>
              <a:ext uri="{FF2B5EF4-FFF2-40B4-BE49-F238E27FC236}">
                <a16:creationId xmlns:a16="http://schemas.microsoft.com/office/drawing/2014/main" id="{22D70107-9562-024D-BFA3-159FCD1213F8}"/>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36016" r="-94"/>
          <a:stretch/>
        </p:blipFill>
        <p:spPr>
          <a:xfrm>
            <a:off x="6965484" y="1678314"/>
            <a:ext cx="3857478" cy="4511349"/>
          </a:xfrm>
          <a:prstGeom prst="rect">
            <a:avLst/>
          </a:prstGeom>
        </p:spPr>
      </p:pic>
      <p:pic>
        <p:nvPicPr>
          <p:cNvPr id="13" name="Bildobjekt 12">
            <a:extLst>
              <a:ext uri="{FF2B5EF4-FFF2-40B4-BE49-F238E27FC236}">
                <a16:creationId xmlns:a16="http://schemas.microsoft.com/office/drawing/2014/main" id="{26BBE9F5-BBFA-E34B-9479-845D8712050E}"/>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264616" y="6250561"/>
            <a:ext cx="1001752" cy="196343"/>
          </a:xfrm>
          <a:prstGeom prst="rect">
            <a:avLst/>
          </a:prstGeom>
        </p:spPr>
      </p:pic>
    </p:spTree>
    <p:extLst>
      <p:ext uri="{BB962C8B-B14F-4D97-AF65-F5344CB8AC3E}">
        <p14:creationId xmlns:p14="http://schemas.microsoft.com/office/powerpoint/2010/main" val="268939909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secHead" preserve="1">
  <p:cSld name="Statistik">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C39D3182-4D94-49E8-B0BC-8B851E085206}"/>
              </a:ext>
            </a:extLst>
          </p:cNvPr>
          <p:cNvSpPr>
            <a:spLocks noGrp="1"/>
          </p:cNvSpPr>
          <p:nvPr>
            <p:ph type="title"/>
          </p:nvPr>
        </p:nvSpPr>
        <p:spPr>
          <a:xfrm>
            <a:off x="831850" y="276627"/>
            <a:ext cx="10515600" cy="1500188"/>
          </a:xfrm>
        </p:spPr>
        <p:txBody>
          <a:bodyPr anchor="b">
            <a:normAutofit/>
          </a:bodyPr>
          <a:lstStyle>
            <a:lvl1pPr>
              <a:defRPr sz="4500">
                <a:solidFill>
                  <a:srgbClr val="212B8C"/>
                </a:solidFill>
              </a:defRPr>
            </a:lvl1pPr>
          </a:lstStyle>
          <a:p>
            <a:r>
              <a:rPr lang="sv-SE"/>
              <a:t>Klicka här för att ändra mall för rubrikformat</a:t>
            </a:r>
          </a:p>
        </p:txBody>
      </p:sp>
      <p:sp>
        <p:nvSpPr>
          <p:cNvPr id="3" name="Platshållare för text 2">
            <a:extLst>
              <a:ext uri="{FF2B5EF4-FFF2-40B4-BE49-F238E27FC236}">
                <a16:creationId xmlns:a16="http://schemas.microsoft.com/office/drawing/2014/main" id="{F0C74BB5-6F94-45D0-9D2F-5D7E2B2628AB}"/>
              </a:ext>
            </a:extLst>
          </p:cNvPr>
          <p:cNvSpPr>
            <a:spLocks noGrp="1"/>
          </p:cNvSpPr>
          <p:nvPr>
            <p:ph type="body" idx="1"/>
          </p:nvPr>
        </p:nvSpPr>
        <p:spPr>
          <a:xfrm>
            <a:off x="831850" y="1826080"/>
            <a:ext cx="10515600" cy="671231"/>
          </a:xfrm>
        </p:spPr>
        <p:txBody>
          <a:bodyPr/>
          <a:lstStyle>
            <a:lvl1pPr marL="0" indent="0">
              <a:buNone/>
              <a:defRPr sz="2400">
                <a:solidFill>
                  <a:srgbClr val="212B8C"/>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sv-SE"/>
              <a:t>Klicka här för att ändra format på bakgrundstexten</a:t>
            </a:r>
          </a:p>
        </p:txBody>
      </p:sp>
      <p:sp>
        <p:nvSpPr>
          <p:cNvPr id="4" name="Platshållare för datum 3">
            <a:extLst>
              <a:ext uri="{FF2B5EF4-FFF2-40B4-BE49-F238E27FC236}">
                <a16:creationId xmlns:a16="http://schemas.microsoft.com/office/drawing/2014/main" id="{CED5008F-F8CA-44D5-8864-636D930C3DAA}"/>
              </a:ext>
            </a:extLst>
          </p:cNvPr>
          <p:cNvSpPr>
            <a:spLocks noGrp="1"/>
          </p:cNvSpPr>
          <p:nvPr>
            <p:ph type="dt" sz="half" idx="10"/>
          </p:nvPr>
        </p:nvSpPr>
        <p:spPr/>
        <p:txBody>
          <a:bodyPr/>
          <a:lstStyle/>
          <a:p>
            <a:fld id="{31C72B15-BDE5-4944-89A6-B12CB88EB080}" type="datetimeFigureOut">
              <a:rPr lang="sv-SE" smtClean="0"/>
              <a:t>2026-09-08</a:t>
            </a:fld>
            <a:endParaRPr lang="sv-SE"/>
          </a:p>
        </p:txBody>
      </p:sp>
      <p:sp>
        <p:nvSpPr>
          <p:cNvPr id="5" name="Platshållare för sidfot 4">
            <a:extLst>
              <a:ext uri="{FF2B5EF4-FFF2-40B4-BE49-F238E27FC236}">
                <a16:creationId xmlns:a16="http://schemas.microsoft.com/office/drawing/2014/main" id="{02237F05-9556-4F19-8D86-4D77D261E096}"/>
              </a:ext>
            </a:extLst>
          </p:cNvPr>
          <p:cNvSpPr>
            <a:spLocks noGrp="1"/>
          </p:cNvSpPr>
          <p:nvPr>
            <p:ph type="ftr" sz="quarter" idx="11"/>
          </p:nvPr>
        </p:nvSpPr>
        <p:spPr/>
        <p:txBody>
          <a:bodyPr/>
          <a:lstStyle/>
          <a:p>
            <a:endParaRPr lang="sv-SE"/>
          </a:p>
        </p:txBody>
      </p:sp>
      <p:sp>
        <p:nvSpPr>
          <p:cNvPr id="6" name="Platshållare för bildnummer 5">
            <a:extLst>
              <a:ext uri="{FF2B5EF4-FFF2-40B4-BE49-F238E27FC236}">
                <a16:creationId xmlns:a16="http://schemas.microsoft.com/office/drawing/2014/main" id="{66C82433-0BE0-4D74-9023-60EA4A2244B7}"/>
              </a:ext>
            </a:extLst>
          </p:cNvPr>
          <p:cNvSpPr>
            <a:spLocks noGrp="1"/>
          </p:cNvSpPr>
          <p:nvPr>
            <p:ph type="sldNum" sz="quarter" idx="12"/>
          </p:nvPr>
        </p:nvSpPr>
        <p:spPr/>
        <p:txBody>
          <a:bodyPr/>
          <a:lstStyle/>
          <a:p>
            <a:fld id="{A731DC30-ECDB-4B69-A4AA-A54F917CAF53}" type="slidenum">
              <a:rPr lang="sv-SE" smtClean="0"/>
              <a:t>‹#›</a:t>
            </a:fld>
            <a:endParaRPr lang="sv-SE"/>
          </a:p>
        </p:txBody>
      </p:sp>
      <p:graphicFrame>
        <p:nvGraphicFramePr>
          <p:cNvPr id="7" name="Diagram 6">
            <a:extLst>
              <a:ext uri="{FF2B5EF4-FFF2-40B4-BE49-F238E27FC236}">
                <a16:creationId xmlns:a16="http://schemas.microsoft.com/office/drawing/2014/main" id="{88452B55-1FD2-6440-860E-56F83C721098}"/>
              </a:ext>
            </a:extLst>
          </p:cNvPr>
          <p:cNvGraphicFramePr/>
          <p:nvPr userDrawn="1">
            <p:extLst>
              <p:ext uri="{D42A27DB-BD31-4B8C-83A1-F6EECF244321}">
                <p14:modId xmlns:p14="http://schemas.microsoft.com/office/powerpoint/2010/main" val="2530249272"/>
              </p:ext>
            </p:extLst>
          </p:nvPr>
        </p:nvGraphicFramePr>
        <p:xfrm>
          <a:off x="831850" y="2413390"/>
          <a:ext cx="5782662" cy="3894595"/>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8" name="Diagram 7">
            <a:extLst>
              <a:ext uri="{FF2B5EF4-FFF2-40B4-BE49-F238E27FC236}">
                <a16:creationId xmlns:a16="http://schemas.microsoft.com/office/drawing/2014/main" id="{74C2D81A-B88A-D744-B936-4D1194AEADC8}"/>
              </a:ext>
            </a:extLst>
          </p:cNvPr>
          <p:cNvGraphicFramePr/>
          <p:nvPr userDrawn="1">
            <p:extLst>
              <p:ext uri="{D42A27DB-BD31-4B8C-83A1-F6EECF244321}">
                <p14:modId xmlns:p14="http://schemas.microsoft.com/office/powerpoint/2010/main" val="1048390489"/>
              </p:ext>
            </p:extLst>
          </p:nvPr>
        </p:nvGraphicFramePr>
        <p:xfrm>
          <a:off x="7144284" y="2545676"/>
          <a:ext cx="4203166" cy="3670707"/>
        </p:xfrm>
        <a:graphic>
          <a:graphicData uri="http://schemas.openxmlformats.org/drawingml/2006/chart">
            <c:chart xmlns:c="http://schemas.openxmlformats.org/drawingml/2006/chart" xmlns:r="http://schemas.openxmlformats.org/officeDocument/2006/relationships" r:id="rId3"/>
          </a:graphicData>
        </a:graphic>
      </p:graphicFrame>
      <p:pic>
        <p:nvPicPr>
          <p:cNvPr id="11" name="Bildobjekt 10">
            <a:extLst>
              <a:ext uri="{FF2B5EF4-FFF2-40B4-BE49-F238E27FC236}">
                <a16:creationId xmlns:a16="http://schemas.microsoft.com/office/drawing/2014/main" id="{A12E9A92-D164-1742-B0AF-B9CF6268760C}"/>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264616" y="6250561"/>
            <a:ext cx="1001752" cy="196343"/>
          </a:xfrm>
          <a:prstGeom prst="rect">
            <a:avLst/>
          </a:prstGeom>
        </p:spPr>
      </p:pic>
    </p:spTree>
    <p:extLst>
      <p:ext uri="{BB962C8B-B14F-4D97-AF65-F5344CB8AC3E}">
        <p14:creationId xmlns:p14="http://schemas.microsoft.com/office/powerpoint/2010/main" val="254420930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itleOnly" preserve="1">
  <p:cSld name="Endast rubrik">
    <p:spTree>
      <p:nvGrpSpPr>
        <p:cNvPr id="1" name=""/>
        <p:cNvGrpSpPr/>
        <p:nvPr/>
      </p:nvGrpSpPr>
      <p:grpSpPr>
        <a:xfrm>
          <a:off x="0" y="0"/>
          <a:ext cx="0" cy="0"/>
          <a:chOff x="0" y="0"/>
          <a:chExt cx="0" cy="0"/>
        </a:xfrm>
      </p:grpSpPr>
      <p:pic>
        <p:nvPicPr>
          <p:cNvPr id="7" name="Bildobjekt 6">
            <a:extLst>
              <a:ext uri="{FF2B5EF4-FFF2-40B4-BE49-F238E27FC236}">
                <a16:creationId xmlns:a16="http://schemas.microsoft.com/office/drawing/2014/main" id="{ACFDE469-F80C-DD44-957F-9946DE32AD39}"/>
              </a:ext>
            </a:extLst>
          </p:cNvPr>
          <p:cNvPicPr>
            <a:picLocks noChangeAspect="1"/>
          </p:cNvPicPr>
          <p:nvPr userDrawn="1"/>
        </p:nvPicPr>
        <p:blipFill>
          <a:blip r:embed="rId2">
            <a:extLst>
              <a:ext uri="{28A0092B-C50C-407E-A947-70E740481C1C}">
                <a14:useLocalDpi xmlns:a14="http://schemas.microsoft.com/office/drawing/2010/main" val="0"/>
              </a:ext>
            </a:extLst>
          </a:blip>
          <a:srcRect t="7158" b="7158"/>
          <a:stretch/>
        </p:blipFill>
        <p:spPr>
          <a:xfrm>
            <a:off x="-56350" y="-71077"/>
            <a:ext cx="12248350" cy="7000154"/>
          </a:xfrm>
          <a:prstGeom prst="rect">
            <a:avLst/>
          </a:prstGeom>
        </p:spPr>
      </p:pic>
      <p:sp>
        <p:nvSpPr>
          <p:cNvPr id="2" name="Rubrik 1">
            <a:extLst>
              <a:ext uri="{FF2B5EF4-FFF2-40B4-BE49-F238E27FC236}">
                <a16:creationId xmlns:a16="http://schemas.microsoft.com/office/drawing/2014/main" id="{D7D73F60-6FB9-47BB-88D5-E42E8B7C8FEE}"/>
              </a:ext>
            </a:extLst>
          </p:cNvPr>
          <p:cNvSpPr>
            <a:spLocks noGrp="1"/>
          </p:cNvSpPr>
          <p:nvPr>
            <p:ph type="title"/>
          </p:nvPr>
        </p:nvSpPr>
        <p:spPr>
          <a:xfrm>
            <a:off x="838200" y="841535"/>
            <a:ext cx="6976462" cy="2070714"/>
          </a:xfrm>
        </p:spPr>
        <p:txBody>
          <a:bodyPr/>
          <a:lstStyle>
            <a:lvl1pPr>
              <a:defRPr b="0" i="0">
                <a:solidFill>
                  <a:schemeClr val="bg1"/>
                </a:solidFill>
                <a:latin typeface="IBM Plex Sans Light" panose="020B0403050203000203" pitchFamily="34" charset="0"/>
              </a:defRPr>
            </a:lvl1pPr>
          </a:lstStyle>
          <a:p>
            <a:r>
              <a:rPr lang="sv-SE"/>
              <a:t>Klicka här för att ändra mall för rubrikformat</a:t>
            </a:r>
          </a:p>
        </p:txBody>
      </p:sp>
      <p:sp>
        <p:nvSpPr>
          <p:cNvPr id="3" name="Platshållare för datum 2">
            <a:extLst>
              <a:ext uri="{FF2B5EF4-FFF2-40B4-BE49-F238E27FC236}">
                <a16:creationId xmlns:a16="http://schemas.microsoft.com/office/drawing/2014/main" id="{29B0A589-655B-49BE-9D5F-2434DF6BBF6B}"/>
              </a:ext>
            </a:extLst>
          </p:cNvPr>
          <p:cNvSpPr>
            <a:spLocks noGrp="1"/>
          </p:cNvSpPr>
          <p:nvPr>
            <p:ph type="dt" sz="half" idx="10"/>
          </p:nvPr>
        </p:nvSpPr>
        <p:spPr/>
        <p:txBody>
          <a:bodyPr/>
          <a:lstStyle/>
          <a:p>
            <a:fld id="{31C72B15-BDE5-4944-89A6-B12CB88EB080}" type="datetimeFigureOut">
              <a:rPr lang="sv-SE" smtClean="0"/>
              <a:t>2026-09-08</a:t>
            </a:fld>
            <a:endParaRPr lang="sv-SE"/>
          </a:p>
        </p:txBody>
      </p:sp>
      <p:sp>
        <p:nvSpPr>
          <p:cNvPr id="4" name="Platshållare för sidfot 3">
            <a:extLst>
              <a:ext uri="{FF2B5EF4-FFF2-40B4-BE49-F238E27FC236}">
                <a16:creationId xmlns:a16="http://schemas.microsoft.com/office/drawing/2014/main" id="{293DD358-C9D6-4D70-B48B-2316862698E7}"/>
              </a:ext>
            </a:extLst>
          </p:cNvPr>
          <p:cNvSpPr>
            <a:spLocks noGrp="1"/>
          </p:cNvSpPr>
          <p:nvPr>
            <p:ph type="ftr" sz="quarter" idx="11"/>
          </p:nvPr>
        </p:nvSpPr>
        <p:spPr/>
        <p:txBody>
          <a:bodyPr/>
          <a:lstStyle/>
          <a:p>
            <a:endParaRPr lang="sv-SE"/>
          </a:p>
        </p:txBody>
      </p:sp>
      <p:sp>
        <p:nvSpPr>
          <p:cNvPr id="5" name="Platshållare för bildnummer 4">
            <a:extLst>
              <a:ext uri="{FF2B5EF4-FFF2-40B4-BE49-F238E27FC236}">
                <a16:creationId xmlns:a16="http://schemas.microsoft.com/office/drawing/2014/main" id="{576E7A12-77F9-4B39-AFDA-6BEA15B64B0D}"/>
              </a:ext>
            </a:extLst>
          </p:cNvPr>
          <p:cNvSpPr>
            <a:spLocks noGrp="1"/>
          </p:cNvSpPr>
          <p:nvPr>
            <p:ph type="sldNum" sz="quarter" idx="12"/>
          </p:nvPr>
        </p:nvSpPr>
        <p:spPr/>
        <p:txBody>
          <a:bodyPr/>
          <a:lstStyle/>
          <a:p>
            <a:fld id="{A731DC30-ECDB-4B69-A4AA-A54F917CAF53}" type="slidenum">
              <a:rPr lang="sv-SE" smtClean="0"/>
              <a:t>‹#›</a:t>
            </a:fld>
            <a:endParaRPr lang="sv-SE"/>
          </a:p>
        </p:txBody>
      </p:sp>
      <p:pic>
        <p:nvPicPr>
          <p:cNvPr id="8" name="Bild 7">
            <a:extLst>
              <a:ext uri="{FF2B5EF4-FFF2-40B4-BE49-F238E27FC236}">
                <a16:creationId xmlns:a16="http://schemas.microsoft.com/office/drawing/2014/main" id="{0945A506-D32C-EB4F-A1F9-4E6A8020CEC7}"/>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5250" y="109538"/>
            <a:ext cx="2857500" cy="876300"/>
          </a:xfrm>
          <a:prstGeom prst="rect">
            <a:avLst/>
          </a:prstGeom>
        </p:spPr>
      </p:pic>
    </p:spTree>
    <p:extLst>
      <p:ext uri="{BB962C8B-B14F-4D97-AF65-F5344CB8AC3E}">
        <p14:creationId xmlns:p14="http://schemas.microsoft.com/office/powerpoint/2010/main" val="2090278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Citat">
    <p:spTree>
      <p:nvGrpSpPr>
        <p:cNvPr id="1" name=""/>
        <p:cNvGrpSpPr/>
        <p:nvPr/>
      </p:nvGrpSpPr>
      <p:grpSpPr>
        <a:xfrm>
          <a:off x="0" y="0"/>
          <a:ext cx="0" cy="0"/>
          <a:chOff x="0" y="0"/>
          <a:chExt cx="0" cy="0"/>
        </a:xfrm>
      </p:grpSpPr>
      <p:sp>
        <p:nvSpPr>
          <p:cNvPr id="2" name="Platshållare för datum 1">
            <a:extLst>
              <a:ext uri="{FF2B5EF4-FFF2-40B4-BE49-F238E27FC236}">
                <a16:creationId xmlns:a16="http://schemas.microsoft.com/office/drawing/2014/main" id="{C45FC7E0-788D-443C-ADB3-B36885B6DD24}"/>
              </a:ext>
            </a:extLst>
          </p:cNvPr>
          <p:cNvSpPr>
            <a:spLocks noGrp="1"/>
          </p:cNvSpPr>
          <p:nvPr>
            <p:ph type="dt" sz="half" idx="10"/>
          </p:nvPr>
        </p:nvSpPr>
        <p:spPr/>
        <p:txBody>
          <a:bodyPr/>
          <a:lstStyle/>
          <a:p>
            <a:fld id="{31C72B15-BDE5-4944-89A6-B12CB88EB080}" type="datetimeFigureOut">
              <a:rPr lang="sv-SE" smtClean="0"/>
              <a:t>2026-09-08</a:t>
            </a:fld>
            <a:endParaRPr lang="sv-SE"/>
          </a:p>
        </p:txBody>
      </p:sp>
      <p:sp>
        <p:nvSpPr>
          <p:cNvPr id="3" name="Platshållare för sidfot 2">
            <a:extLst>
              <a:ext uri="{FF2B5EF4-FFF2-40B4-BE49-F238E27FC236}">
                <a16:creationId xmlns:a16="http://schemas.microsoft.com/office/drawing/2014/main" id="{4762063B-8C80-4F7F-BAED-C8D094087293}"/>
              </a:ext>
            </a:extLst>
          </p:cNvPr>
          <p:cNvSpPr>
            <a:spLocks noGrp="1"/>
          </p:cNvSpPr>
          <p:nvPr>
            <p:ph type="ftr" sz="quarter" idx="11"/>
          </p:nvPr>
        </p:nvSpPr>
        <p:spPr/>
        <p:txBody>
          <a:bodyPr/>
          <a:lstStyle/>
          <a:p>
            <a:endParaRPr lang="sv-SE"/>
          </a:p>
        </p:txBody>
      </p:sp>
      <p:sp>
        <p:nvSpPr>
          <p:cNvPr id="4" name="Platshållare för bildnummer 3">
            <a:extLst>
              <a:ext uri="{FF2B5EF4-FFF2-40B4-BE49-F238E27FC236}">
                <a16:creationId xmlns:a16="http://schemas.microsoft.com/office/drawing/2014/main" id="{D752A459-8F68-4953-B6B7-E946093CB543}"/>
              </a:ext>
            </a:extLst>
          </p:cNvPr>
          <p:cNvSpPr>
            <a:spLocks noGrp="1"/>
          </p:cNvSpPr>
          <p:nvPr>
            <p:ph type="sldNum" sz="quarter" idx="12"/>
          </p:nvPr>
        </p:nvSpPr>
        <p:spPr/>
        <p:txBody>
          <a:bodyPr/>
          <a:lstStyle/>
          <a:p>
            <a:fld id="{A731DC30-ECDB-4B69-A4AA-A54F917CAF53}" type="slidenum">
              <a:rPr lang="sv-SE" smtClean="0"/>
              <a:t>‹#›</a:t>
            </a:fld>
            <a:endParaRPr lang="sv-SE"/>
          </a:p>
        </p:txBody>
      </p:sp>
      <p:sp>
        <p:nvSpPr>
          <p:cNvPr id="6" name="Rektangel 5">
            <a:extLst>
              <a:ext uri="{FF2B5EF4-FFF2-40B4-BE49-F238E27FC236}">
                <a16:creationId xmlns:a16="http://schemas.microsoft.com/office/drawing/2014/main" id="{E8AB12D8-01F5-0044-A186-4681735BAAD4}"/>
              </a:ext>
            </a:extLst>
          </p:cNvPr>
          <p:cNvSpPr/>
          <p:nvPr userDrawn="1"/>
        </p:nvSpPr>
        <p:spPr>
          <a:xfrm>
            <a:off x="0" y="0"/>
            <a:ext cx="12192000" cy="6858000"/>
          </a:xfrm>
          <a:prstGeom prst="rect">
            <a:avLst/>
          </a:prstGeom>
          <a:solidFill>
            <a:srgbClr val="EA7FB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pic>
        <p:nvPicPr>
          <p:cNvPr id="8" name="Bildobjekt 7">
            <a:extLst>
              <a:ext uri="{FF2B5EF4-FFF2-40B4-BE49-F238E27FC236}">
                <a16:creationId xmlns:a16="http://schemas.microsoft.com/office/drawing/2014/main" id="{E600FC87-320C-F94E-B25D-36B10906C920}"/>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t="18925" b="13287"/>
          <a:stretch/>
        </p:blipFill>
        <p:spPr>
          <a:xfrm>
            <a:off x="-1" y="2228370"/>
            <a:ext cx="5220015" cy="2358998"/>
          </a:xfrm>
          <a:prstGeom prst="rect">
            <a:avLst/>
          </a:prstGeom>
        </p:spPr>
      </p:pic>
      <p:sp>
        <p:nvSpPr>
          <p:cNvPr id="9" name="textruta 8">
            <a:extLst>
              <a:ext uri="{FF2B5EF4-FFF2-40B4-BE49-F238E27FC236}">
                <a16:creationId xmlns:a16="http://schemas.microsoft.com/office/drawing/2014/main" id="{40305C9A-2C21-A944-A80D-5A13C654A647}"/>
              </a:ext>
            </a:extLst>
          </p:cNvPr>
          <p:cNvSpPr txBox="1"/>
          <p:nvPr userDrawn="1"/>
        </p:nvSpPr>
        <p:spPr>
          <a:xfrm>
            <a:off x="5555556" y="2376817"/>
            <a:ext cx="5947443" cy="2062103"/>
          </a:xfrm>
          <a:prstGeom prst="rect">
            <a:avLst/>
          </a:prstGeom>
          <a:noFill/>
        </p:spPr>
        <p:txBody>
          <a:bodyPr wrap="square" rtlCol="0">
            <a:spAutoFit/>
          </a:bodyPr>
          <a:lstStyle/>
          <a:p>
            <a:r>
              <a:rPr lang="sv-SE" sz="3200" b="0" i="0" kern="1200">
                <a:solidFill>
                  <a:schemeClr val="bg1"/>
                </a:solidFill>
                <a:effectLst/>
                <a:latin typeface="IBM Plex Sans Thin" panose="020B0203050203000203" pitchFamily="34" charset="0"/>
                <a:ea typeface="+mn-ea"/>
                <a:cs typeface="+mn-cs"/>
              </a:rPr>
              <a:t>Med kompetens som verktyg inspirerar vi människor och organisationer att växa och utvecklas</a:t>
            </a:r>
          </a:p>
        </p:txBody>
      </p:sp>
      <p:pic>
        <p:nvPicPr>
          <p:cNvPr id="10" name="Bild 9">
            <a:extLst>
              <a:ext uri="{FF2B5EF4-FFF2-40B4-BE49-F238E27FC236}">
                <a16:creationId xmlns:a16="http://schemas.microsoft.com/office/drawing/2014/main" id="{586A096C-7D72-3942-802B-9BD9DCABF0ED}"/>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72090" y="6173786"/>
            <a:ext cx="1190625" cy="365125"/>
          </a:xfrm>
          <a:prstGeom prst="rect">
            <a:avLst/>
          </a:prstGeom>
        </p:spPr>
      </p:pic>
    </p:spTree>
    <p:extLst>
      <p:ext uri="{BB962C8B-B14F-4D97-AF65-F5344CB8AC3E}">
        <p14:creationId xmlns:p14="http://schemas.microsoft.com/office/powerpoint/2010/main" val="1176593287"/>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objTx" preserve="1">
  <p:cSld name="Text med bildtext">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0297C76D-226F-489C-9D17-EB233F3248F2}"/>
              </a:ext>
            </a:extLst>
          </p:cNvPr>
          <p:cNvSpPr>
            <a:spLocks noGrp="1"/>
          </p:cNvSpPr>
          <p:nvPr>
            <p:ph type="title"/>
          </p:nvPr>
        </p:nvSpPr>
        <p:spPr>
          <a:xfrm>
            <a:off x="839788" y="457200"/>
            <a:ext cx="3932237" cy="1600200"/>
          </a:xfrm>
        </p:spPr>
        <p:txBody>
          <a:bodyPr anchor="b"/>
          <a:lstStyle>
            <a:lvl1pPr>
              <a:defRPr sz="3200"/>
            </a:lvl1pPr>
          </a:lstStyle>
          <a:p>
            <a:r>
              <a:rPr lang="sv-SE"/>
              <a:t>Klicka här för att ändra mall för rubrikformat</a:t>
            </a:r>
          </a:p>
        </p:txBody>
      </p:sp>
      <p:sp>
        <p:nvSpPr>
          <p:cNvPr id="3" name="Platshållare för innehåll 2">
            <a:extLst>
              <a:ext uri="{FF2B5EF4-FFF2-40B4-BE49-F238E27FC236}">
                <a16:creationId xmlns:a16="http://schemas.microsoft.com/office/drawing/2014/main" id="{927D61E6-0F59-40AF-A1F2-E4B7C4956BD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sv-SE"/>
              <a:t>Klicka här för att ändra format på bakgrundstexten</a:t>
            </a:r>
          </a:p>
          <a:p>
            <a:pPr lvl="1"/>
            <a:r>
              <a:rPr lang="sv-SE"/>
              <a:t>Nivå två</a:t>
            </a:r>
          </a:p>
          <a:p>
            <a:pPr lvl="2"/>
            <a:r>
              <a:rPr lang="sv-SE"/>
              <a:t>Nivå tre</a:t>
            </a:r>
          </a:p>
          <a:p>
            <a:pPr lvl="3"/>
            <a:r>
              <a:rPr lang="sv-SE"/>
              <a:t>Nivå fyra</a:t>
            </a:r>
          </a:p>
          <a:p>
            <a:pPr lvl="4"/>
            <a:r>
              <a:rPr lang="sv-SE"/>
              <a:t>Nivå fem</a:t>
            </a:r>
          </a:p>
        </p:txBody>
      </p:sp>
      <p:sp>
        <p:nvSpPr>
          <p:cNvPr id="4" name="Platshållare för text 3">
            <a:extLst>
              <a:ext uri="{FF2B5EF4-FFF2-40B4-BE49-F238E27FC236}">
                <a16:creationId xmlns:a16="http://schemas.microsoft.com/office/drawing/2014/main" id="{78978AF5-60C3-4D50-886D-A398B3871C1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sv-SE"/>
              <a:t>Klicka här för att ändra format på bakgrundstexten</a:t>
            </a:r>
          </a:p>
        </p:txBody>
      </p:sp>
      <p:sp>
        <p:nvSpPr>
          <p:cNvPr id="5" name="Platshållare för datum 4">
            <a:extLst>
              <a:ext uri="{FF2B5EF4-FFF2-40B4-BE49-F238E27FC236}">
                <a16:creationId xmlns:a16="http://schemas.microsoft.com/office/drawing/2014/main" id="{7F564F86-BC58-4484-9FCD-B290FB232571}"/>
              </a:ext>
            </a:extLst>
          </p:cNvPr>
          <p:cNvSpPr>
            <a:spLocks noGrp="1"/>
          </p:cNvSpPr>
          <p:nvPr>
            <p:ph type="dt" sz="half" idx="10"/>
          </p:nvPr>
        </p:nvSpPr>
        <p:spPr/>
        <p:txBody>
          <a:bodyPr/>
          <a:lstStyle/>
          <a:p>
            <a:fld id="{31C72B15-BDE5-4944-89A6-B12CB88EB080}" type="datetimeFigureOut">
              <a:rPr lang="sv-SE" smtClean="0"/>
              <a:t>2026-09-08</a:t>
            </a:fld>
            <a:endParaRPr lang="sv-SE"/>
          </a:p>
        </p:txBody>
      </p:sp>
      <p:sp>
        <p:nvSpPr>
          <p:cNvPr id="6" name="Platshållare för sidfot 5">
            <a:extLst>
              <a:ext uri="{FF2B5EF4-FFF2-40B4-BE49-F238E27FC236}">
                <a16:creationId xmlns:a16="http://schemas.microsoft.com/office/drawing/2014/main" id="{AF03B39D-6229-4387-87E6-14A6497F55A9}"/>
              </a:ext>
            </a:extLst>
          </p:cNvPr>
          <p:cNvSpPr>
            <a:spLocks noGrp="1"/>
          </p:cNvSpPr>
          <p:nvPr>
            <p:ph type="ftr" sz="quarter" idx="11"/>
          </p:nvPr>
        </p:nvSpPr>
        <p:spPr/>
        <p:txBody>
          <a:bodyPr/>
          <a:lstStyle/>
          <a:p>
            <a:endParaRPr lang="sv-SE"/>
          </a:p>
        </p:txBody>
      </p:sp>
      <p:sp>
        <p:nvSpPr>
          <p:cNvPr id="7" name="Platshållare för bildnummer 6">
            <a:extLst>
              <a:ext uri="{FF2B5EF4-FFF2-40B4-BE49-F238E27FC236}">
                <a16:creationId xmlns:a16="http://schemas.microsoft.com/office/drawing/2014/main" id="{6067EB9B-0019-487B-839F-1FCADB7554A7}"/>
              </a:ext>
            </a:extLst>
          </p:cNvPr>
          <p:cNvSpPr>
            <a:spLocks noGrp="1"/>
          </p:cNvSpPr>
          <p:nvPr>
            <p:ph type="sldNum" sz="quarter" idx="12"/>
          </p:nvPr>
        </p:nvSpPr>
        <p:spPr/>
        <p:txBody>
          <a:bodyPr/>
          <a:lstStyle/>
          <a:p>
            <a:fld id="{A731DC30-ECDB-4B69-A4AA-A54F917CAF53}" type="slidenum">
              <a:rPr lang="sv-SE" smtClean="0"/>
              <a:t>‹#›</a:t>
            </a:fld>
            <a:endParaRPr lang="sv-SE"/>
          </a:p>
        </p:txBody>
      </p:sp>
      <p:pic>
        <p:nvPicPr>
          <p:cNvPr id="10" name="Bildobjekt 9">
            <a:extLst>
              <a:ext uri="{FF2B5EF4-FFF2-40B4-BE49-F238E27FC236}">
                <a16:creationId xmlns:a16="http://schemas.microsoft.com/office/drawing/2014/main" id="{E042115B-97D3-1143-86B8-25E6866B6332}"/>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64616" y="6250561"/>
            <a:ext cx="1001752" cy="196343"/>
          </a:xfrm>
          <a:prstGeom prst="rect">
            <a:avLst/>
          </a:prstGeom>
        </p:spPr>
      </p:pic>
    </p:spTree>
    <p:extLst>
      <p:ext uri="{BB962C8B-B14F-4D97-AF65-F5344CB8AC3E}">
        <p14:creationId xmlns:p14="http://schemas.microsoft.com/office/powerpoint/2010/main" val="269253893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Bild med bildtext">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A27DD1D6-BF30-4929-923A-12493A568358}"/>
              </a:ext>
            </a:extLst>
          </p:cNvPr>
          <p:cNvSpPr>
            <a:spLocks noGrp="1"/>
          </p:cNvSpPr>
          <p:nvPr>
            <p:ph type="title"/>
          </p:nvPr>
        </p:nvSpPr>
        <p:spPr>
          <a:xfrm>
            <a:off x="839788" y="457200"/>
            <a:ext cx="3932237" cy="1600200"/>
          </a:xfrm>
        </p:spPr>
        <p:txBody>
          <a:bodyPr anchor="b"/>
          <a:lstStyle>
            <a:lvl1pPr>
              <a:defRPr sz="3200"/>
            </a:lvl1pPr>
          </a:lstStyle>
          <a:p>
            <a:r>
              <a:rPr lang="sv-SE"/>
              <a:t>Klicka här för att ändra mall för rubrikformat</a:t>
            </a:r>
          </a:p>
        </p:txBody>
      </p:sp>
      <p:sp>
        <p:nvSpPr>
          <p:cNvPr id="4" name="Platshållare för text 3">
            <a:extLst>
              <a:ext uri="{FF2B5EF4-FFF2-40B4-BE49-F238E27FC236}">
                <a16:creationId xmlns:a16="http://schemas.microsoft.com/office/drawing/2014/main" id="{8ECEB348-864E-4193-BA0D-221E72D50D5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sv-SE"/>
              <a:t>Klicka här för att ändra format på bakgrundstexten</a:t>
            </a:r>
          </a:p>
        </p:txBody>
      </p:sp>
      <p:sp>
        <p:nvSpPr>
          <p:cNvPr id="5" name="Platshållare för datum 4">
            <a:extLst>
              <a:ext uri="{FF2B5EF4-FFF2-40B4-BE49-F238E27FC236}">
                <a16:creationId xmlns:a16="http://schemas.microsoft.com/office/drawing/2014/main" id="{3B48CD93-0C7E-41D9-9DF6-37BEDD9624F4}"/>
              </a:ext>
            </a:extLst>
          </p:cNvPr>
          <p:cNvSpPr>
            <a:spLocks noGrp="1"/>
          </p:cNvSpPr>
          <p:nvPr>
            <p:ph type="dt" sz="half" idx="10"/>
          </p:nvPr>
        </p:nvSpPr>
        <p:spPr/>
        <p:txBody>
          <a:bodyPr/>
          <a:lstStyle/>
          <a:p>
            <a:fld id="{31C72B15-BDE5-4944-89A6-B12CB88EB080}" type="datetimeFigureOut">
              <a:rPr lang="sv-SE" smtClean="0"/>
              <a:t>2026-09-08</a:t>
            </a:fld>
            <a:endParaRPr lang="sv-SE"/>
          </a:p>
        </p:txBody>
      </p:sp>
      <p:sp>
        <p:nvSpPr>
          <p:cNvPr id="6" name="Platshållare för sidfot 5">
            <a:extLst>
              <a:ext uri="{FF2B5EF4-FFF2-40B4-BE49-F238E27FC236}">
                <a16:creationId xmlns:a16="http://schemas.microsoft.com/office/drawing/2014/main" id="{EDD3FD29-5909-4A8C-817C-B68057859275}"/>
              </a:ext>
            </a:extLst>
          </p:cNvPr>
          <p:cNvSpPr>
            <a:spLocks noGrp="1"/>
          </p:cNvSpPr>
          <p:nvPr>
            <p:ph type="ftr" sz="quarter" idx="11"/>
          </p:nvPr>
        </p:nvSpPr>
        <p:spPr/>
        <p:txBody>
          <a:bodyPr/>
          <a:lstStyle/>
          <a:p>
            <a:endParaRPr lang="sv-SE"/>
          </a:p>
        </p:txBody>
      </p:sp>
      <p:sp>
        <p:nvSpPr>
          <p:cNvPr id="7" name="Platshållare för bildnummer 6">
            <a:extLst>
              <a:ext uri="{FF2B5EF4-FFF2-40B4-BE49-F238E27FC236}">
                <a16:creationId xmlns:a16="http://schemas.microsoft.com/office/drawing/2014/main" id="{6349E99F-9F8B-4825-849A-5261B706B6AA}"/>
              </a:ext>
            </a:extLst>
          </p:cNvPr>
          <p:cNvSpPr>
            <a:spLocks noGrp="1"/>
          </p:cNvSpPr>
          <p:nvPr>
            <p:ph type="sldNum" sz="quarter" idx="12"/>
          </p:nvPr>
        </p:nvSpPr>
        <p:spPr/>
        <p:txBody>
          <a:bodyPr/>
          <a:lstStyle/>
          <a:p>
            <a:fld id="{A731DC30-ECDB-4B69-A4AA-A54F917CAF53}" type="slidenum">
              <a:rPr lang="sv-SE" smtClean="0"/>
              <a:t>‹#›</a:t>
            </a:fld>
            <a:endParaRPr lang="sv-SE"/>
          </a:p>
        </p:txBody>
      </p:sp>
      <p:pic>
        <p:nvPicPr>
          <p:cNvPr id="9" name="Bildobjekt 8">
            <a:extLst>
              <a:ext uri="{FF2B5EF4-FFF2-40B4-BE49-F238E27FC236}">
                <a16:creationId xmlns:a16="http://schemas.microsoft.com/office/drawing/2014/main" id="{A6101309-1793-794A-85B7-0077672C7992}"/>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11337" r="-73"/>
          <a:stretch/>
        </p:blipFill>
        <p:spPr>
          <a:xfrm>
            <a:off x="4949329" y="457200"/>
            <a:ext cx="6408142" cy="5411788"/>
          </a:xfrm>
          <a:prstGeom prst="rect">
            <a:avLst/>
          </a:prstGeom>
        </p:spPr>
      </p:pic>
      <p:pic>
        <p:nvPicPr>
          <p:cNvPr id="11" name="Bildobjekt 10">
            <a:extLst>
              <a:ext uri="{FF2B5EF4-FFF2-40B4-BE49-F238E27FC236}">
                <a16:creationId xmlns:a16="http://schemas.microsoft.com/office/drawing/2014/main" id="{1FEB241A-7E88-664D-977E-4E81E3EAB947}"/>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264616" y="6250561"/>
            <a:ext cx="1001752" cy="196343"/>
          </a:xfrm>
          <a:prstGeom prst="rect">
            <a:avLst/>
          </a:prstGeom>
        </p:spPr>
      </p:pic>
    </p:spTree>
    <p:extLst>
      <p:ext uri="{BB962C8B-B14F-4D97-AF65-F5344CB8AC3E}">
        <p14:creationId xmlns:p14="http://schemas.microsoft.com/office/powerpoint/2010/main" val="2089944374"/>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x" preserve="1">
  <p:cSld name="Rubrik och lodrät text">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27D02486-94CE-4294-A8F1-8B1781E1A31F}"/>
              </a:ext>
            </a:extLst>
          </p:cNvPr>
          <p:cNvSpPr>
            <a:spLocks noGrp="1"/>
          </p:cNvSpPr>
          <p:nvPr>
            <p:ph type="title"/>
          </p:nvPr>
        </p:nvSpPr>
        <p:spPr/>
        <p:txBody>
          <a:bodyPr/>
          <a:lstStyle/>
          <a:p>
            <a:r>
              <a:rPr lang="sv-SE"/>
              <a:t>Klicka här för att ändra mall för rubrikformat</a:t>
            </a:r>
          </a:p>
        </p:txBody>
      </p:sp>
      <p:sp>
        <p:nvSpPr>
          <p:cNvPr id="3" name="Platshållare för lodrät text 2">
            <a:extLst>
              <a:ext uri="{FF2B5EF4-FFF2-40B4-BE49-F238E27FC236}">
                <a16:creationId xmlns:a16="http://schemas.microsoft.com/office/drawing/2014/main" id="{CDDA7157-9AED-4501-94B4-ED695763322F}"/>
              </a:ext>
            </a:extLst>
          </p:cNvPr>
          <p:cNvSpPr>
            <a:spLocks noGrp="1"/>
          </p:cNvSpPr>
          <p:nvPr>
            <p:ph type="body" orient="vert" idx="1"/>
          </p:nvPr>
        </p:nvSpPr>
        <p:spPr/>
        <p:txBody>
          <a:bodyPr vert="eaVert"/>
          <a:lstStyle/>
          <a:p>
            <a:pPr lvl="0"/>
            <a:r>
              <a:rPr lang="sv-SE"/>
              <a:t>Klicka här för att ändra format på bakgrundstexten</a:t>
            </a:r>
          </a:p>
          <a:p>
            <a:pPr lvl="1"/>
            <a:r>
              <a:rPr lang="sv-SE"/>
              <a:t>Nivå två</a:t>
            </a:r>
          </a:p>
          <a:p>
            <a:pPr lvl="2"/>
            <a:r>
              <a:rPr lang="sv-SE"/>
              <a:t>Nivå tre</a:t>
            </a:r>
          </a:p>
          <a:p>
            <a:pPr lvl="3"/>
            <a:r>
              <a:rPr lang="sv-SE"/>
              <a:t>Nivå fyra</a:t>
            </a:r>
          </a:p>
          <a:p>
            <a:pPr lvl="4"/>
            <a:r>
              <a:rPr lang="sv-SE"/>
              <a:t>Nivå fem</a:t>
            </a:r>
          </a:p>
        </p:txBody>
      </p:sp>
      <p:sp>
        <p:nvSpPr>
          <p:cNvPr id="4" name="Platshållare för datum 3">
            <a:extLst>
              <a:ext uri="{FF2B5EF4-FFF2-40B4-BE49-F238E27FC236}">
                <a16:creationId xmlns:a16="http://schemas.microsoft.com/office/drawing/2014/main" id="{A27A5D8D-92A0-450B-8C94-3ABE65620CD6}"/>
              </a:ext>
            </a:extLst>
          </p:cNvPr>
          <p:cNvSpPr>
            <a:spLocks noGrp="1"/>
          </p:cNvSpPr>
          <p:nvPr>
            <p:ph type="dt" sz="half" idx="10"/>
          </p:nvPr>
        </p:nvSpPr>
        <p:spPr/>
        <p:txBody>
          <a:bodyPr/>
          <a:lstStyle/>
          <a:p>
            <a:fld id="{31C72B15-BDE5-4944-89A6-B12CB88EB080}" type="datetimeFigureOut">
              <a:rPr lang="sv-SE" smtClean="0"/>
              <a:t>2026-09-08</a:t>
            </a:fld>
            <a:endParaRPr lang="sv-SE"/>
          </a:p>
        </p:txBody>
      </p:sp>
      <p:sp>
        <p:nvSpPr>
          <p:cNvPr id="5" name="Platshållare för sidfot 4">
            <a:extLst>
              <a:ext uri="{FF2B5EF4-FFF2-40B4-BE49-F238E27FC236}">
                <a16:creationId xmlns:a16="http://schemas.microsoft.com/office/drawing/2014/main" id="{C05BA6D4-8987-4AB3-8B86-28808038D6C6}"/>
              </a:ext>
            </a:extLst>
          </p:cNvPr>
          <p:cNvSpPr>
            <a:spLocks noGrp="1"/>
          </p:cNvSpPr>
          <p:nvPr>
            <p:ph type="ftr" sz="quarter" idx="11"/>
          </p:nvPr>
        </p:nvSpPr>
        <p:spPr/>
        <p:txBody>
          <a:bodyPr/>
          <a:lstStyle/>
          <a:p>
            <a:endParaRPr lang="sv-SE"/>
          </a:p>
        </p:txBody>
      </p:sp>
      <p:sp>
        <p:nvSpPr>
          <p:cNvPr id="6" name="Platshållare för bildnummer 5">
            <a:extLst>
              <a:ext uri="{FF2B5EF4-FFF2-40B4-BE49-F238E27FC236}">
                <a16:creationId xmlns:a16="http://schemas.microsoft.com/office/drawing/2014/main" id="{602C3E9D-DD3A-491E-987F-2868E34690E8}"/>
              </a:ext>
            </a:extLst>
          </p:cNvPr>
          <p:cNvSpPr>
            <a:spLocks noGrp="1"/>
          </p:cNvSpPr>
          <p:nvPr>
            <p:ph type="sldNum" sz="quarter" idx="12"/>
          </p:nvPr>
        </p:nvSpPr>
        <p:spPr/>
        <p:txBody>
          <a:bodyPr/>
          <a:lstStyle/>
          <a:p>
            <a:fld id="{A731DC30-ECDB-4B69-A4AA-A54F917CAF53}" type="slidenum">
              <a:rPr lang="sv-SE" smtClean="0"/>
              <a:t>‹#›</a:t>
            </a:fld>
            <a:endParaRPr lang="sv-SE"/>
          </a:p>
        </p:txBody>
      </p:sp>
      <p:pic>
        <p:nvPicPr>
          <p:cNvPr id="9" name="Bildobjekt 8">
            <a:extLst>
              <a:ext uri="{FF2B5EF4-FFF2-40B4-BE49-F238E27FC236}">
                <a16:creationId xmlns:a16="http://schemas.microsoft.com/office/drawing/2014/main" id="{F005CD40-E84C-D84E-841E-558A67B511D3}"/>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64616" y="6250561"/>
            <a:ext cx="1001752" cy="196343"/>
          </a:xfrm>
          <a:prstGeom prst="rect">
            <a:avLst/>
          </a:prstGeom>
        </p:spPr>
      </p:pic>
    </p:spTree>
    <p:extLst>
      <p:ext uri="{BB962C8B-B14F-4D97-AF65-F5344CB8AC3E}">
        <p14:creationId xmlns:p14="http://schemas.microsoft.com/office/powerpoint/2010/main" val="886757971"/>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vertTitleAndTx" preserve="1">
  <p:cSld name="Lodrät rubrik och text">
    <p:spTree>
      <p:nvGrpSpPr>
        <p:cNvPr id="1" name=""/>
        <p:cNvGrpSpPr/>
        <p:nvPr/>
      </p:nvGrpSpPr>
      <p:grpSpPr>
        <a:xfrm>
          <a:off x="0" y="0"/>
          <a:ext cx="0" cy="0"/>
          <a:chOff x="0" y="0"/>
          <a:chExt cx="0" cy="0"/>
        </a:xfrm>
      </p:grpSpPr>
      <p:sp>
        <p:nvSpPr>
          <p:cNvPr id="2" name="Lodrät rubrik 1">
            <a:extLst>
              <a:ext uri="{FF2B5EF4-FFF2-40B4-BE49-F238E27FC236}">
                <a16:creationId xmlns:a16="http://schemas.microsoft.com/office/drawing/2014/main" id="{CBE78B94-4B6E-4F11-BF7E-62EBFB8BF6C0}"/>
              </a:ext>
            </a:extLst>
          </p:cNvPr>
          <p:cNvSpPr>
            <a:spLocks noGrp="1"/>
          </p:cNvSpPr>
          <p:nvPr>
            <p:ph type="title" orient="vert"/>
          </p:nvPr>
        </p:nvSpPr>
        <p:spPr>
          <a:xfrm>
            <a:off x="8724900" y="365125"/>
            <a:ext cx="2628900" cy="5811838"/>
          </a:xfrm>
        </p:spPr>
        <p:txBody>
          <a:bodyPr vert="eaVert"/>
          <a:lstStyle/>
          <a:p>
            <a:r>
              <a:rPr lang="sv-SE"/>
              <a:t>Klicka här för att ändra mall för rubrikformat</a:t>
            </a:r>
          </a:p>
        </p:txBody>
      </p:sp>
      <p:sp>
        <p:nvSpPr>
          <p:cNvPr id="3" name="Platshållare för lodrät text 2">
            <a:extLst>
              <a:ext uri="{FF2B5EF4-FFF2-40B4-BE49-F238E27FC236}">
                <a16:creationId xmlns:a16="http://schemas.microsoft.com/office/drawing/2014/main" id="{8EFCA473-745A-4183-B837-8B3C12FE9A28}"/>
              </a:ext>
            </a:extLst>
          </p:cNvPr>
          <p:cNvSpPr>
            <a:spLocks noGrp="1"/>
          </p:cNvSpPr>
          <p:nvPr>
            <p:ph type="body" orient="vert" idx="1"/>
          </p:nvPr>
        </p:nvSpPr>
        <p:spPr>
          <a:xfrm>
            <a:off x="838200" y="365125"/>
            <a:ext cx="7734300" cy="5811838"/>
          </a:xfrm>
        </p:spPr>
        <p:txBody>
          <a:bodyPr vert="eaVert"/>
          <a:lstStyle/>
          <a:p>
            <a:pPr lvl="0"/>
            <a:r>
              <a:rPr lang="sv-SE"/>
              <a:t>Klicka här för att ändra format på bakgrundstexten</a:t>
            </a:r>
          </a:p>
          <a:p>
            <a:pPr lvl="1"/>
            <a:r>
              <a:rPr lang="sv-SE"/>
              <a:t>Nivå två</a:t>
            </a:r>
          </a:p>
          <a:p>
            <a:pPr lvl="2"/>
            <a:r>
              <a:rPr lang="sv-SE"/>
              <a:t>Nivå tre</a:t>
            </a:r>
          </a:p>
          <a:p>
            <a:pPr lvl="3"/>
            <a:r>
              <a:rPr lang="sv-SE"/>
              <a:t>Nivå fyra</a:t>
            </a:r>
          </a:p>
          <a:p>
            <a:pPr lvl="4"/>
            <a:r>
              <a:rPr lang="sv-SE"/>
              <a:t>Nivå fem</a:t>
            </a:r>
          </a:p>
        </p:txBody>
      </p:sp>
      <p:sp>
        <p:nvSpPr>
          <p:cNvPr id="4" name="Platshållare för datum 3">
            <a:extLst>
              <a:ext uri="{FF2B5EF4-FFF2-40B4-BE49-F238E27FC236}">
                <a16:creationId xmlns:a16="http://schemas.microsoft.com/office/drawing/2014/main" id="{2922A77C-80B3-4000-B3E7-3890FFD0A0A7}"/>
              </a:ext>
            </a:extLst>
          </p:cNvPr>
          <p:cNvSpPr>
            <a:spLocks noGrp="1"/>
          </p:cNvSpPr>
          <p:nvPr>
            <p:ph type="dt" sz="half" idx="10"/>
          </p:nvPr>
        </p:nvSpPr>
        <p:spPr/>
        <p:txBody>
          <a:bodyPr/>
          <a:lstStyle/>
          <a:p>
            <a:fld id="{31C72B15-BDE5-4944-89A6-B12CB88EB080}" type="datetimeFigureOut">
              <a:rPr lang="sv-SE" smtClean="0"/>
              <a:t>2026-09-08</a:t>
            </a:fld>
            <a:endParaRPr lang="sv-SE"/>
          </a:p>
        </p:txBody>
      </p:sp>
      <p:sp>
        <p:nvSpPr>
          <p:cNvPr id="5" name="Platshållare för sidfot 4">
            <a:extLst>
              <a:ext uri="{FF2B5EF4-FFF2-40B4-BE49-F238E27FC236}">
                <a16:creationId xmlns:a16="http://schemas.microsoft.com/office/drawing/2014/main" id="{F963C66E-1246-4312-8059-D24422FC1777}"/>
              </a:ext>
            </a:extLst>
          </p:cNvPr>
          <p:cNvSpPr>
            <a:spLocks noGrp="1"/>
          </p:cNvSpPr>
          <p:nvPr>
            <p:ph type="ftr" sz="quarter" idx="11"/>
          </p:nvPr>
        </p:nvSpPr>
        <p:spPr/>
        <p:txBody>
          <a:bodyPr/>
          <a:lstStyle/>
          <a:p>
            <a:endParaRPr lang="sv-SE"/>
          </a:p>
        </p:txBody>
      </p:sp>
      <p:sp>
        <p:nvSpPr>
          <p:cNvPr id="6" name="Platshållare för bildnummer 5">
            <a:extLst>
              <a:ext uri="{FF2B5EF4-FFF2-40B4-BE49-F238E27FC236}">
                <a16:creationId xmlns:a16="http://schemas.microsoft.com/office/drawing/2014/main" id="{55E3E063-4CE8-41B6-88D7-98140F359422}"/>
              </a:ext>
            </a:extLst>
          </p:cNvPr>
          <p:cNvSpPr>
            <a:spLocks noGrp="1"/>
          </p:cNvSpPr>
          <p:nvPr>
            <p:ph type="sldNum" sz="quarter" idx="12"/>
          </p:nvPr>
        </p:nvSpPr>
        <p:spPr/>
        <p:txBody>
          <a:bodyPr/>
          <a:lstStyle/>
          <a:p>
            <a:fld id="{A731DC30-ECDB-4B69-A4AA-A54F917CAF53}" type="slidenum">
              <a:rPr lang="sv-SE" smtClean="0"/>
              <a:t>‹#›</a:t>
            </a:fld>
            <a:endParaRPr lang="sv-SE"/>
          </a:p>
        </p:txBody>
      </p:sp>
      <p:pic>
        <p:nvPicPr>
          <p:cNvPr id="9" name="Bildobjekt 8">
            <a:extLst>
              <a:ext uri="{FF2B5EF4-FFF2-40B4-BE49-F238E27FC236}">
                <a16:creationId xmlns:a16="http://schemas.microsoft.com/office/drawing/2014/main" id="{F3F99172-FA1C-AF46-A9E1-6E85C6A3446E}"/>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64616" y="6250561"/>
            <a:ext cx="1001752" cy="196343"/>
          </a:xfrm>
          <a:prstGeom prst="rect">
            <a:avLst/>
          </a:prstGeom>
        </p:spPr>
      </p:pic>
    </p:spTree>
    <p:extLst>
      <p:ext uri="{BB962C8B-B14F-4D97-AF65-F5344CB8AC3E}">
        <p14:creationId xmlns:p14="http://schemas.microsoft.com/office/powerpoint/2010/main" val="312150603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slideLayout" Target="../slideLayouts/slideLayout24.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lumMod val="85000"/>
            <a:lumOff val="15000"/>
          </a:schemeClr>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B98CBCD-166B-4F97-A6DF-DAA3BF2B25A3}"/>
              </a:ext>
            </a:extLst>
          </p:cNvPr>
          <p:cNvSpPr>
            <a:spLocks noGrp="1"/>
          </p:cNvSpPr>
          <p:nvPr>
            <p:ph type="title"/>
          </p:nvPr>
        </p:nvSpPr>
        <p:spPr>
          <a:xfrm>
            <a:off x="849760" y="876302"/>
            <a:ext cx="10427840" cy="1086056"/>
          </a:xfrm>
          <a:prstGeom prst="rect">
            <a:avLst/>
          </a:prstGeom>
        </p:spPr>
        <p:txBody>
          <a:bodyPr vert="horz" lIns="91440" tIns="45720" rIns="91440" bIns="45720" rtlCol="0" anchor="b">
            <a:normAutofit/>
          </a:bodyPr>
          <a:lstStyle/>
          <a:p>
            <a:r>
              <a:rPr lang="en-US" dirty="0"/>
              <a:t>Click to edit Master title style</a:t>
            </a:r>
          </a:p>
        </p:txBody>
      </p:sp>
      <p:sp>
        <p:nvSpPr>
          <p:cNvPr id="3" name="Text Placeholder 2">
            <a:extLst>
              <a:ext uri="{FF2B5EF4-FFF2-40B4-BE49-F238E27FC236}">
                <a16:creationId xmlns:a16="http://schemas.microsoft.com/office/drawing/2014/main" id="{0664D6D9-636D-450B-839A-22AE0CED2315}"/>
              </a:ext>
            </a:extLst>
          </p:cNvPr>
          <p:cNvSpPr>
            <a:spLocks noGrp="1"/>
          </p:cNvSpPr>
          <p:nvPr>
            <p:ph type="body" idx="1"/>
          </p:nvPr>
        </p:nvSpPr>
        <p:spPr>
          <a:xfrm>
            <a:off x="849758" y="2065984"/>
            <a:ext cx="10427841" cy="390329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8FE6CAEC-1EE5-4B71-9646-5C378EEBEFE8}"/>
              </a:ext>
            </a:extLst>
          </p:cNvPr>
          <p:cNvSpPr>
            <a:spLocks noGrp="1"/>
          </p:cNvSpPr>
          <p:nvPr>
            <p:ph type="dt" sz="half" idx="2"/>
          </p:nvPr>
        </p:nvSpPr>
        <p:spPr>
          <a:xfrm>
            <a:off x="7382838" y="6356350"/>
            <a:ext cx="3361362" cy="365125"/>
          </a:xfrm>
          <a:prstGeom prst="rect">
            <a:avLst/>
          </a:prstGeom>
        </p:spPr>
        <p:txBody>
          <a:bodyPr vert="horz" lIns="91440" tIns="45720" rIns="91440" bIns="45720" rtlCol="0" anchor="ctr"/>
          <a:lstStyle>
            <a:lvl1pPr algn="r">
              <a:defRPr sz="900">
                <a:solidFill>
                  <a:schemeClr val="tx2"/>
                </a:solidFill>
              </a:defRPr>
            </a:lvl1pPr>
          </a:lstStyle>
          <a:p>
            <a:fld id="{326951E3-958F-4611-B170-D081BA0250F9}" type="datetimeFigureOut">
              <a:rPr lang="en-US" smtClean="0"/>
              <a:pPr/>
              <a:t>9/8/26</a:t>
            </a:fld>
            <a:endParaRPr lang="en-US" dirty="0"/>
          </a:p>
        </p:txBody>
      </p:sp>
      <p:sp>
        <p:nvSpPr>
          <p:cNvPr id="5" name="Footer Placeholder 4">
            <a:extLst>
              <a:ext uri="{FF2B5EF4-FFF2-40B4-BE49-F238E27FC236}">
                <a16:creationId xmlns:a16="http://schemas.microsoft.com/office/drawing/2014/main" id="{66570EF8-70B2-4AFC-8388-691A146AA75A}"/>
              </a:ext>
            </a:extLst>
          </p:cNvPr>
          <p:cNvSpPr>
            <a:spLocks noGrp="1"/>
          </p:cNvSpPr>
          <p:nvPr>
            <p:ph type="ftr" sz="quarter" idx="3"/>
          </p:nvPr>
        </p:nvSpPr>
        <p:spPr>
          <a:xfrm>
            <a:off x="858748" y="6356350"/>
            <a:ext cx="4114800" cy="365125"/>
          </a:xfrm>
          <a:prstGeom prst="rect">
            <a:avLst/>
          </a:prstGeom>
        </p:spPr>
        <p:txBody>
          <a:bodyPr vert="horz" lIns="91440" tIns="45720" rIns="91440" bIns="45720" rtlCol="0" anchor="ctr"/>
          <a:lstStyle>
            <a:lvl1pPr algn="l">
              <a:defRPr sz="900" cap="none" spc="0" baseline="0">
                <a:solidFill>
                  <a:schemeClr val="tx2"/>
                </a:solidFill>
              </a:defRPr>
            </a:lvl1pPr>
          </a:lstStyle>
          <a:p>
            <a:endParaRPr lang="en-US" dirty="0"/>
          </a:p>
        </p:txBody>
      </p:sp>
      <p:sp>
        <p:nvSpPr>
          <p:cNvPr id="6" name="Slide Number Placeholder 5">
            <a:extLst>
              <a:ext uri="{FF2B5EF4-FFF2-40B4-BE49-F238E27FC236}">
                <a16:creationId xmlns:a16="http://schemas.microsoft.com/office/drawing/2014/main" id="{52F07DC7-D05C-4038-B51A-F00B7B9C996A}"/>
              </a:ext>
            </a:extLst>
          </p:cNvPr>
          <p:cNvSpPr>
            <a:spLocks noGrp="1"/>
          </p:cNvSpPr>
          <p:nvPr>
            <p:ph type="sldNum" sz="quarter" idx="4"/>
          </p:nvPr>
        </p:nvSpPr>
        <p:spPr>
          <a:xfrm>
            <a:off x="10820400" y="6356350"/>
            <a:ext cx="617669" cy="365125"/>
          </a:xfrm>
          <a:prstGeom prst="rect">
            <a:avLst/>
          </a:prstGeom>
        </p:spPr>
        <p:txBody>
          <a:bodyPr vert="horz" lIns="91440" tIns="45720" rIns="91440" bIns="45720" rtlCol="0" anchor="ctr"/>
          <a:lstStyle>
            <a:lvl1pPr algn="r">
              <a:defRPr sz="900" i="1">
                <a:solidFill>
                  <a:schemeClr val="tx2"/>
                </a:solidFill>
              </a:defRPr>
            </a:lvl1pPr>
          </a:lstStyle>
          <a:p>
            <a:fld id="{57871EFB-7B9E-4E86-A89E-697E8EBB06F2}" type="slidenum">
              <a:rPr lang="en-US" smtClean="0"/>
              <a:pPr/>
              <a:t>‹#›</a:t>
            </a:fld>
            <a:endParaRPr lang="en-US" dirty="0"/>
          </a:p>
        </p:txBody>
      </p:sp>
      <p:cxnSp>
        <p:nvCxnSpPr>
          <p:cNvPr id="34" name="Straight Connector 33">
            <a:extLst>
              <a:ext uri="{FF2B5EF4-FFF2-40B4-BE49-F238E27FC236}">
                <a16:creationId xmlns:a16="http://schemas.microsoft.com/office/drawing/2014/main" id="{EAD4CCDA-06BF-4D2A-B44F-195AEC0B5B22}"/>
              </a:ext>
            </a:extLst>
          </p:cNvPr>
          <p:cNvCxnSpPr>
            <a:cxnSpLocks/>
          </p:cNvCxnSpPr>
          <p:nvPr/>
        </p:nvCxnSpPr>
        <p:spPr>
          <a:xfrm>
            <a:off x="952498" y="6252722"/>
            <a:ext cx="10325101" cy="0"/>
          </a:xfrm>
          <a:prstGeom prst="line">
            <a:avLst/>
          </a:prstGeom>
          <a:ln w="10795">
            <a:solidFill>
              <a:schemeClr val="tx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37764905"/>
      </p:ext>
    </p:extLst>
  </p:cSld>
  <p:clrMap bg1="dk1" tx1="lt1" bg2="dk2" tx2="lt2" accent1="accent1" accent2="accent2" accent3="accent3" accent4="accent4" accent5="accent5" accent6="accent6" hlink="hlink" folHlink="folHlink"/>
  <p:sldLayoutIdLst>
    <p:sldLayoutId id="2147483709" r:id="rId1"/>
    <p:sldLayoutId id="2147483710" r:id="rId2"/>
    <p:sldLayoutId id="2147483700" r:id="rId3"/>
    <p:sldLayoutId id="2147483701" r:id="rId4"/>
    <p:sldLayoutId id="2147483702" r:id="rId5"/>
    <p:sldLayoutId id="2147483703" r:id="rId6"/>
    <p:sldLayoutId id="2147483704" r:id="rId7"/>
    <p:sldLayoutId id="2147483705" r:id="rId8"/>
    <p:sldLayoutId id="2147483706" r:id="rId9"/>
    <p:sldLayoutId id="2147483707" r:id="rId10"/>
    <p:sldLayoutId id="2147483708" r:id="rId11"/>
  </p:sldLayoutIdLst>
  <p:txStyles>
    <p:titleStyle>
      <a:lvl1pPr algn="l" defTabSz="914400" rtl="0" eaLnBrk="1" latinLnBrk="0" hangingPunct="1">
        <a:lnSpc>
          <a:spcPct val="100000"/>
        </a:lnSpc>
        <a:spcBef>
          <a:spcPct val="0"/>
        </a:spcBef>
        <a:buNone/>
        <a:defRPr sz="4400" kern="1200">
          <a:solidFill>
            <a:schemeClr val="tx2"/>
          </a:solidFill>
          <a:latin typeface="+mj-lt"/>
          <a:ea typeface="+mj-ea"/>
          <a:cs typeface="+mj-cs"/>
        </a:defRPr>
      </a:lvl1pPr>
    </p:titleStyle>
    <p:bodyStyle>
      <a:lvl1pPr marL="228600" indent="-228600" algn="l" defTabSz="914400" rtl="0" eaLnBrk="1" latinLnBrk="0" hangingPunct="1">
        <a:lnSpc>
          <a:spcPct val="120000"/>
        </a:lnSpc>
        <a:spcBef>
          <a:spcPts val="1000"/>
        </a:spcBef>
        <a:buSzPct val="70000"/>
        <a:buFont typeface="Arial" panose="020B0604020202020204" pitchFamily="34" charset="0"/>
        <a:buChar char="•"/>
        <a:defRPr sz="2000" kern="1200">
          <a:solidFill>
            <a:schemeClr val="tx2"/>
          </a:solidFill>
          <a:latin typeface="+mn-lt"/>
          <a:ea typeface="+mn-ea"/>
          <a:cs typeface="+mn-cs"/>
        </a:defRPr>
      </a:lvl1pPr>
      <a:lvl2pPr marL="274320" indent="0" algn="l" defTabSz="914400" rtl="0" eaLnBrk="1" latinLnBrk="0" hangingPunct="1">
        <a:lnSpc>
          <a:spcPct val="120000"/>
        </a:lnSpc>
        <a:spcBef>
          <a:spcPts val="500"/>
        </a:spcBef>
        <a:buSzPct val="70000"/>
        <a:buFontTx/>
        <a:buNone/>
        <a:defRPr sz="1800" i="1" kern="1200">
          <a:solidFill>
            <a:schemeClr val="tx2"/>
          </a:solidFill>
          <a:latin typeface="+mn-lt"/>
          <a:ea typeface="+mn-ea"/>
          <a:cs typeface="+mn-cs"/>
        </a:defRPr>
      </a:lvl2pPr>
      <a:lvl3pPr marL="502920" indent="-228600" algn="l" defTabSz="914400" rtl="0" eaLnBrk="1" latinLnBrk="0" hangingPunct="1">
        <a:lnSpc>
          <a:spcPct val="120000"/>
        </a:lnSpc>
        <a:spcBef>
          <a:spcPts val="500"/>
        </a:spcBef>
        <a:buSzPct val="70000"/>
        <a:buFont typeface="Arial" panose="020B0604020202020204" pitchFamily="34" charset="0"/>
        <a:buChar char="•"/>
        <a:defRPr sz="1800" kern="1200">
          <a:solidFill>
            <a:schemeClr val="tx2"/>
          </a:solidFill>
          <a:latin typeface="+mn-lt"/>
          <a:ea typeface="+mn-ea"/>
          <a:cs typeface="+mn-cs"/>
        </a:defRPr>
      </a:lvl3pPr>
      <a:lvl4pPr marL="548640" indent="0" algn="l" defTabSz="914400" rtl="0" eaLnBrk="1" latinLnBrk="0" hangingPunct="1">
        <a:lnSpc>
          <a:spcPct val="120000"/>
        </a:lnSpc>
        <a:spcBef>
          <a:spcPts val="500"/>
        </a:spcBef>
        <a:buSzPct val="70000"/>
        <a:buFont typeface="Arial" panose="020B0604020202020204" pitchFamily="34" charset="0"/>
        <a:buNone/>
        <a:defRPr sz="1600" i="1" kern="1200">
          <a:solidFill>
            <a:schemeClr val="tx2"/>
          </a:solidFill>
          <a:latin typeface="+mn-lt"/>
          <a:ea typeface="+mn-ea"/>
          <a:cs typeface="+mn-cs"/>
        </a:defRPr>
      </a:lvl4pPr>
      <a:lvl5pPr marL="822960" indent="-228600" algn="l" defTabSz="914400" rtl="0" eaLnBrk="1" latinLnBrk="0" hangingPunct="1">
        <a:lnSpc>
          <a:spcPct val="120000"/>
        </a:lnSpc>
        <a:spcBef>
          <a:spcPts val="500"/>
        </a:spcBef>
        <a:buSzPct val="70000"/>
        <a:buFont typeface="Arial" panose="020B0604020202020204" pitchFamily="34" charset="0"/>
        <a:buChar char="•"/>
        <a:defRPr sz="16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Platshållare för rubrik 1">
            <a:extLst>
              <a:ext uri="{FF2B5EF4-FFF2-40B4-BE49-F238E27FC236}">
                <a16:creationId xmlns:a16="http://schemas.microsoft.com/office/drawing/2014/main" id="{9C263574-F3AC-44AA-AE6A-0F22BA602E2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sv-SE"/>
              <a:t>Klicka här för att ändra mall för rubrikformat</a:t>
            </a:r>
          </a:p>
        </p:txBody>
      </p:sp>
      <p:sp>
        <p:nvSpPr>
          <p:cNvPr id="3" name="Platshållare för text 2">
            <a:extLst>
              <a:ext uri="{FF2B5EF4-FFF2-40B4-BE49-F238E27FC236}">
                <a16:creationId xmlns:a16="http://schemas.microsoft.com/office/drawing/2014/main" id="{C0F0942E-E982-4A76-8F5B-FF2F7CFBA71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sv-SE"/>
              <a:t>Klicka här för att ändra format på bakgrundstexten</a:t>
            </a:r>
          </a:p>
          <a:p>
            <a:pPr lvl="1"/>
            <a:r>
              <a:rPr lang="sv-SE"/>
              <a:t>Nivå två</a:t>
            </a:r>
          </a:p>
          <a:p>
            <a:pPr lvl="2"/>
            <a:r>
              <a:rPr lang="sv-SE"/>
              <a:t>Nivå tre</a:t>
            </a:r>
          </a:p>
          <a:p>
            <a:pPr lvl="3"/>
            <a:r>
              <a:rPr lang="sv-SE"/>
              <a:t>Nivå fyra</a:t>
            </a:r>
          </a:p>
          <a:p>
            <a:pPr lvl="4"/>
            <a:r>
              <a:rPr lang="sv-SE"/>
              <a:t>Nivå fem</a:t>
            </a:r>
          </a:p>
        </p:txBody>
      </p:sp>
      <p:sp>
        <p:nvSpPr>
          <p:cNvPr id="4" name="Platshållare för datum 3">
            <a:extLst>
              <a:ext uri="{FF2B5EF4-FFF2-40B4-BE49-F238E27FC236}">
                <a16:creationId xmlns:a16="http://schemas.microsoft.com/office/drawing/2014/main" id="{5ED88A9B-2764-4152-8733-D6183808FEE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1C72B15-BDE5-4944-89A6-B12CB88EB080}" type="datetimeFigureOut">
              <a:rPr lang="sv-SE" smtClean="0"/>
              <a:t>2026-09-08</a:t>
            </a:fld>
            <a:endParaRPr lang="sv-SE"/>
          </a:p>
        </p:txBody>
      </p:sp>
      <p:sp>
        <p:nvSpPr>
          <p:cNvPr id="5" name="Platshållare för sidfot 4">
            <a:extLst>
              <a:ext uri="{FF2B5EF4-FFF2-40B4-BE49-F238E27FC236}">
                <a16:creationId xmlns:a16="http://schemas.microsoft.com/office/drawing/2014/main" id="{7EC6AFA7-F7AE-497D-ACA2-0C6ABF74570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sv-SE"/>
          </a:p>
        </p:txBody>
      </p:sp>
      <p:sp>
        <p:nvSpPr>
          <p:cNvPr id="6" name="Platshållare för bildnummer 5">
            <a:extLst>
              <a:ext uri="{FF2B5EF4-FFF2-40B4-BE49-F238E27FC236}">
                <a16:creationId xmlns:a16="http://schemas.microsoft.com/office/drawing/2014/main" id="{1690948C-8963-4CD8-851E-30B96831B80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731DC30-ECDB-4B69-A4AA-A54F917CAF53}" type="slidenum">
              <a:rPr lang="sv-SE" smtClean="0"/>
              <a:t>‹#›</a:t>
            </a:fld>
            <a:endParaRPr lang="sv-SE"/>
          </a:p>
        </p:txBody>
      </p:sp>
    </p:spTree>
    <p:extLst>
      <p:ext uri="{BB962C8B-B14F-4D97-AF65-F5344CB8AC3E}">
        <p14:creationId xmlns:p14="http://schemas.microsoft.com/office/powerpoint/2010/main" val="1735087230"/>
      </p:ext>
    </p:extLst>
  </p:cSld>
  <p:clrMap bg1="lt1" tx1="dk1" bg2="lt2" tx2="dk2" accent1="accent1" accent2="accent2" accent3="accent3" accent4="accent4" accent5="accent5" accent6="accent6" hlink="hlink" folHlink="folHlink"/>
  <p:sldLayoutIdLst>
    <p:sldLayoutId id="2147483713" r:id="rId1"/>
    <p:sldLayoutId id="2147483714" r:id="rId2"/>
    <p:sldLayoutId id="2147483715" r:id="rId3"/>
    <p:sldLayoutId id="2147483716" r:id="rId4"/>
    <p:sldLayoutId id="2147483717" r:id="rId5"/>
    <p:sldLayoutId id="2147483718" r:id="rId6"/>
    <p:sldLayoutId id="2147483719" r:id="rId7"/>
    <p:sldLayoutId id="2147483720" r:id="rId8"/>
    <p:sldLayoutId id="2147483721" r:id="rId9"/>
    <p:sldLayoutId id="2147483722" r:id="rId10"/>
    <p:sldLayoutId id="2147483723" r:id="rId11"/>
    <p:sldLayoutId id="2147483724" r:id="rId12"/>
    <p:sldLayoutId id="2147483725" r:id="rId13"/>
  </p:sldLayoutIdLst>
  <p:txStyles>
    <p:titleStyle>
      <a:lvl1pPr algn="l" defTabSz="914400" rtl="0" eaLnBrk="1" latinLnBrk="0" hangingPunct="1">
        <a:lnSpc>
          <a:spcPct val="90000"/>
        </a:lnSpc>
        <a:spcBef>
          <a:spcPct val="0"/>
        </a:spcBef>
        <a:buNone/>
        <a:defRPr sz="4400" b="0" i="0" kern="1200">
          <a:solidFill>
            <a:srgbClr val="212B8C"/>
          </a:solidFill>
          <a:latin typeface="IBM Plex Sans Light" panose="020B0403050203000203" pitchFamily="34"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rgbClr val="212B8C"/>
          </a:solidFill>
          <a:latin typeface="IBM Plex Sans" panose="020B0503050203000203"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rgbClr val="212B8C"/>
          </a:solidFill>
          <a:latin typeface="IBM Plex Sans" panose="020B0503050203000203"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rgbClr val="212B8C"/>
          </a:solidFill>
          <a:latin typeface="IBM Plex Sans" panose="020B0503050203000203"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rgbClr val="212B8C"/>
          </a:solidFill>
          <a:latin typeface="IBM Plex Sans" panose="020B0503050203000203"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rgbClr val="212B8C"/>
          </a:solidFill>
          <a:latin typeface="IBM Plex Sans" panose="020B0503050203000203"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sv-S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9.xml"/></Relationships>
</file>

<file path=ppt/slides/_rels/slide18.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9.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8.xml"/></Relationships>
</file>

<file path=ppt/slides/_rels/slide36.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Layout" Target="../slideLayouts/slideLayout8.xml"/></Relationships>
</file>

<file path=ppt/slides/_rels/slide37.xml.rels><?xml version="1.0" encoding="UTF-8" standalone="yes"?>
<Relationships xmlns="http://schemas.openxmlformats.org/package/2006/relationships"><Relationship Id="rId2" Type="http://schemas.openxmlformats.org/officeDocument/2006/relationships/image" Target="../media/image22.jpeg"/><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8" Type="http://schemas.openxmlformats.org/officeDocument/2006/relationships/image" Target="../media/image29.png"/><Relationship Id="rId3" Type="http://schemas.openxmlformats.org/officeDocument/2006/relationships/image" Target="../media/image24.png"/><Relationship Id="rId7" Type="http://schemas.openxmlformats.org/officeDocument/2006/relationships/image" Target="../media/image28.png"/><Relationship Id="rId2" Type="http://schemas.openxmlformats.org/officeDocument/2006/relationships/image" Target="../media/image23.png"/><Relationship Id="rId1" Type="http://schemas.openxmlformats.org/officeDocument/2006/relationships/slideLayout" Target="../slideLayouts/slideLayout2.xml"/><Relationship Id="rId6" Type="http://schemas.openxmlformats.org/officeDocument/2006/relationships/image" Target="../media/image27.png"/><Relationship Id="rId11" Type="http://schemas.openxmlformats.org/officeDocument/2006/relationships/image" Target="../media/image32.png"/><Relationship Id="rId5" Type="http://schemas.openxmlformats.org/officeDocument/2006/relationships/image" Target="../media/image26.png"/><Relationship Id="rId10" Type="http://schemas.openxmlformats.org/officeDocument/2006/relationships/image" Target="../media/image31.png"/><Relationship Id="rId4" Type="http://schemas.openxmlformats.org/officeDocument/2006/relationships/image" Target="../media/image25.png"/><Relationship Id="rId9" Type="http://schemas.openxmlformats.org/officeDocument/2006/relationships/image" Target="../media/image30.png"/></Relationships>
</file>

<file path=ppt/slides/_rels/slide39.xml.rels><?xml version="1.0" encoding="UTF-8" standalone="yes"?>
<Relationships xmlns="http://schemas.openxmlformats.org/package/2006/relationships"><Relationship Id="rId8" Type="http://schemas.openxmlformats.org/officeDocument/2006/relationships/image" Target="../media/image25.png"/><Relationship Id="rId13" Type="http://schemas.openxmlformats.org/officeDocument/2006/relationships/image" Target="../media/image42.png"/><Relationship Id="rId3" Type="http://schemas.openxmlformats.org/officeDocument/2006/relationships/image" Target="../media/image33.png"/><Relationship Id="rId7" Type="http://schemas.openxmlformats.org/officeDocument/2006/relationships/image" Target="../media/image37.png"/><Relationship Id="rId12" Type="http://schemas.openxmlformats.org/officeDocument/2006/relationships/image" Target="../media/image41.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36.png"/><Relationship Id="rId11" Type="http://schemas.openxmlformats.org/officeDocument/2006/relationships/image" Target="../media/image40.png"/><Relationship Id="rId5" Type="http://schemas.openxmlformats.org/officeDocument/2006/relationships/image" Target="../media/image35.png"/><Relationship Id="rId10" Type="http://schemas.openxmlformats.org/officeDocument/2006/relationships/image" Target="../media/image39.png"/><Relationship Id="rId4" Type="http://schemas.openxmlformats.org/officeDocument/2006/relationships/image" Target="../media/image34.png"/><Relationship Id="rId9" Type="http://schemas.openxmlformats.org/officeDocument/2006/relationships/image" Target="../media/image38.png"/></Relationships>
</file>

<file path=ppt/slides/_rels/slide40.xml.rels><?xml version="1.0" encoding="UTF-8" standalone="yes"?>
<Relationships xmlns="http://schemas.openxmlformats.org/package/2006/relationships"><Relationship Id="rId2" Type="http://schemas.openxmlformats.org/officeDocument/2006/relationships/image" Target="../media/image43.jpeg"/><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8" Type="http://schemas.openxmlformats.org/officeDocument/2006/relationships/image" Target="../media/image50.png"/><Relationship Id="rId3" Type="http://schemas.openxmlformats.org/officeDocument/2006/relationships/image" Target="../media/image45.png"/><Relationship Id="rId7" Type="http://schemas.openxmlformats.org/officeDocument/2006/relationships/image" Target="../media/image49.png"/><Relationship Id="rId2" Type="http://schemas.openxmlformats.org/officeDocument/2006/relationships/image" Target="../media/image44.jpeg"/><Relationship Id="rId1" Type="http://schemas.openxmlformats.org/officeDocument/2006/relationships/slideLayout" Target="../slideLayouts/slideLayout2.xml"/><Relationship Id="rId6" Type="http://schemas.openxmlformats.org/officeDocument/2006/relationships/image" Target="../media/image48.png"/><Relationship Id="rId5" Type="http://schemas.openxmlformats.org/officeDocument/2006/relationships/image" Target="../media/image47.png"/><Relationship Id="rId4" Type="http://schemas.openxmlformats.org/officeDocument/2006/relationships/image" Target="../media/image46.png"/><Relationship Id="rId9" Type="http://schemas.openxmlformats.org/officeDocument/2006/relationships/image" Target="../media/image51.png"/></Relationships>
</file>

<file path=ppt/slides/_rels/slide42.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image" Target="../media/image52.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image" Target="../media/image54.png"/><Relationship Id="rId1" Type="http://schemas.openxmlformats.org/officeDocument/2006/relationships/slideLayout" Target="../slideLayouts/slideLayout2.xml"/><Relationship Id="rId4" Type="http://schemas.openxmlformats.org/officeDocument/2006/relationships/image" Target="../media/image56.svg"/></Relationships>
</file>

<file path=ppt/slides/_rels/slide44.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image" Target="../media/image57.png"/><Relationship Id="rId1" Type="http://schemas.openxmlformats.org/officeDocument/2006/relationships/slideLayout" Target="../slideLayouts/slideLayout9.xml"/></Relationships>
</file>

<file path=ppt/slides/_rels/slide45.xml.rels><?xml version="1.0" encoding="UTF-8" standalone="yes"?>
<Relationships xmlns="http://schemas.openxmlformats.org/package/2006/relationships"><Relationship Id="rId2" Type="http://schemas.openxmlformats.org/officeDocument/2006/relationships/image" Target="../media/image59.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20" name="Rectangle 19">
            <a:extLst>
              <a:ext uri="{FF2B5EF4-FFF2-40B4-BE49-F238E27FC236}">
                <a16:creationId xmlns:a16="http://schemas.microsoft.com/office/drawing/2014/main" id="{FF4F1B1F-38C9-4BA3-8793-E2B6FC978C0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 name="Picture 11">
            <a:extLst>
              <a:ext uri="{FF2B5EF4-FFF2-40B4-BE49-F238E27FC236}">
                <a16:creationId xmlns:a16="http://schemas.microsoft.com/office/drawing/2014/main" id="{2D4676D7-38C0-5CAD-E2CE-ECF1C0D14CED}"/>
              </a:ext>
            </a:extLst>
          </p:cNvPr>
          <p:cNvPicPr>
            <a:picLocks noChangeAspect="1"/>
          </p:cNvPicPr>
          <p:nvPr/>
        </p:nvPicPr>
        <p:blipFill>
          <a:blip r:embed="rId3"/>
          <a:srcRect t="19643"/>
          <a:stretch/>
        </p:blipFill>
        <p:spPr>
          <a:xfrm>
            <a:off x="20" y="10"/>
            <a:ext cx="12191979" cy="6857989"/>
          </a:xfrm>
          <a:prstGeom prst="rect">
            <a:avLst/>
          </a:prstGeom>
        </p:spPr>
      </p:pic>
      <p:sp useBgFill="1">
        <p:nvSpPr>
          <p:cNvPr id="17" name="Freeform: Shape 21">
            <a:extLst>
              <a:ext uri="{FF2B5EF4-FFF2-40B4-BE49-F238E27FC236}">
                <a16:creationId xmlns:a16="http://schemas.microsoft.com/office/drawing/2014/main" id="{40A82C2B-B640-4B39-A4B8-3189B458AC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54990" y="859953"/>
            <a:ext cx="4379010" cy="5197947"/>
          </a:xfrm>
          <a:custGeom>
            <a:avLst/>
            <a:gdLst>
              <a:gd name="connsiteX0" fmla="*/ 2209538 w 4419600"/>
              <a:gd name="connsiteY0" fmla="*/ 0 h 5246128"/>
              <a:gd name="connsiteX1" fmla="*/ 2210062 w 4419600"/>
              <a:gd name="connsiteY1" fmla="*/ 0 h 5246128"/>
              <a:gd name="connsiteX2" fmla="*/ 4419600 w 4419600"/>
              <a:gd name="connsiteY2" fmla="*/ 2209541 h 5246128"/>
              <a:gd name="connsiteX3" fmla="*/ 4419600 w 4419600"/>
              <a:gd name="connsiteY3" fmla="*/ 2480538 h 5246128"/>
              <a:gd name="connsiteX4" fmla="*/ 4419600 w 4419600"/>
              <a:gd name="connsiteY4" fmla="*/ 4975131 h 5246128"/>
              <a:gd name="connsiteX5" fmla="*/ 4419600 w 4419600"/>
              <a:gd name="connsiteY5" fmla="*/ 5246128 h 5246128"/>
              <a:gd name="connsiteX6" fmla="*/ 0 w 4419600"/>
              <a:gd name="connsiteY6" fmla="*/ 5246128 h 5246128"/>
              <a:gd name="connsiteX7" fmla="*/ 0 w 4419600"/>
              <a:gd name="connsiteY7" fmla="*/ 4975131 h 5246128"/>
              <a:gd name="connsiteX8" fmla="*/ 0 w 4419600"/>
              <a:gd name="connsiteY8" fmla="*/ 2480538 h 5246128"/>
              <a:gd name="connsiteX9" fmla="*/ 0 w 4419600"/>
              <a:gd name="connsiteY9" fmla="*/ 2209541 h 5246128"/>
              <a:gd name="connsiteX10" fmla="*/ 2209538 w 4419600"/>
              <a:gd name="connsiteY10" fmla="*/ 0 h 5246128"/>
              <a:gd name="connsiteX0" fmla="*/ 2209538 w 4419600"/>
              <a:gd name="connsiteY0" fmla="*/ 0 h 5246128"/>
              <a:gd name="connsiteX1" fmla="*/ 2210062 w 4419600"/>
              <a:gd name="connsiteY1" fmla="*/ 0 h 5246128"/>
              <a:gd name="connsiteX2" fmla="*/ 4419600 w 4419600"/>
              <a:gd name="connsiteY2" fmla="*/ 2209541 h 5246128"/>
              <a:gd name="connsiteX3" fmla="*/ 4419600 w 4419600"/>
              <a:gd name="connsiteY3" fmla="*/ 4975131 h 5246128"/>
              <a:gd name="connsiteX4" fmla="*/ 4419600 w 4419600"/>
              <a:gd name="connsiteY4" fmla="*/ 5246128 h 5246128"/>
              <a:gd name="connsiteX5" fmla="*/ 0 w 4419600"/>
              <a:gd name="connsiteY5" fmla="*/ 5246128 h 5246128"/>
              <a:gd name="connsiteX6" fmla="*/ 0 w 4419600"/>
              <a:gd name="connsiteY6" fmla="*/ 4975131 h 5246128"/>
              <a:gd name="connsiteX7" fmla="*/ 0 w 4419600"/>
              <a:gd name="connsiteY7" fmla="*/ 2480538 h 5246128"/>
              <a:gd name="connsiteX8" fmla="*/ 0 w 4419600"/>
              <a:gd name="connsiteY8" fmla="*/ 2209541 h 5246128"/>
              <a:gd name="connsiteX9" fmla="*/ 2209538 w 4419600"/>
              <a:gd name="connsiteY9" fmla="*/ 0 h 5246128"/>
              <a:gd name="connsiteX0" fmla="*/ 2209538 w 4419600"/>
              <a:gd name="connsiteY0" fmla="*/ 0 h 5246128"/>
              <a:gd name="connsiteX1" fmla="*/ 2210062 w 4419600"/>
              <a:gd name="connsiteY1" fmla="*/ 0 h 5246128"/>
              <a:gd name="connsiteX2" fmla="*/ 4419600 w 4419600"/>
              <a:gd name="connsiteY2" fmla="*/ 2209541 h 5246128"/>
              <a:gd name="connsiteX3" fmla="*/ 4419600 w 4419600"/>
              <a:gd name="connsiteY3" fmla="*/ 5246128 h 5246128"/>
              <a:gd name="connsiteX4" fmla="*/ 0 w 4419600"/>
              <a:gd name="connsiteY4" fmla="*/ 5246128 h 5246128"/>
              <a:gd name="connsiteX5" fmla="*/ 0 w 4419600"/>
              <a:gd name="connsiteY5" fmla="*/ 4975131 h 5246128"/>
              <a:gd name="connsiteX6" fmla="*/ 0 w 4419600"/>
              <a:gd name="connsiteY6" fmla="*/ 2480538 h 5246128"/>
              <a:gd name="connsiteX7" fmla="*/ 0 w 4419600"/>
              <a:gd name="connsiteY7" fmla="*/ 2209541 h 5246128"/>
              <a:gd name="connsiteX8" fmla="*/ 2209538 w 4419600"/>
              <a:gd name="connsiteY8" fmla="*/ 0 h 5246128"/>
              <a:gd name="connsiteX0" fmla="*/ 2209538 w 4419600"/>
              <a:gd name="connsiteY0" fmla="*/ 0 h 5246128"/>
              <a:gd name="connsiteX1" fmla="*/ 2210062 w 4419600"/>
              <a:gd name="connsiteY1" fmla="*/ 0 h 5246128"/>
              <a:gd name="connsiteX2" fmla="*/ 4419600 w 4419600"/>
              <a:gd name="connsiteY2" fmla="*/ 2209541 h 5246128"/>
              <a:gd name="connsiteX3" fmla="*/ 4419600 w 4419600"/>
              <a:gd name="connsiteY3" fmla="*/ 5246128 h 5246128"/>
              <a:gd name="connsiteX4" fmla="*/ 0 w 4419600"/>
              <a:gd name="connsiteY4" fmla="*/ 5246128 h 5246128"/>
              <a:gd name="connsiteX5" fmla="*/ 0 w 4419600"/>
              <a:gd name="connsiteY5" fmla="*/ 2480538 h 5246128"/>
              <a:gd name="connsiteX6" fmla="*/ 0 w 4419600"/>
              <a:gd name="connsiteY6" fmla="*/ 2209541 h 5246128"/>
              <a:gd name="connsiteX7" fmla="*/ 2209538 w 4419600"/>
              <a:gd name="connsiteY7" fmla="*/ 0 h 52461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419600" h="5246128">
                <a:moveTo>
                  <a:pt x="2209538" y="0"/>
                </a:moveTo>
                <a:lnTo>
                  <a:pt x="2210062" y="0"/>
                </a:lnTo>
                <a:cubicBezTo>
                  <a:pt x="3430375" y="0"/>
                  <a:pt x="4419600" y="989251"/>
                  <a:pt x="4419600" y="2209541"/>
                </a:cubicBezTo>
                <a:lnTo>
                  <a:pt x="4419600" y="5246128"/>
                </a:lnTo>
                <a:lnTo>
                  <a:pt x="0" y="5246128"/>
                </a:lnTo>
                <a:lnTo>
                  <a:pt x="0" y="2480538"/>
                </a:lnTo>
                <a:lnTo>
                  <a:pt x="0" y="2209541"/>
                </a:lnTo>
                <a:cubicBezTo>
                  <a:pt x="0" y="989251"/>
                  <a:pt x="989222" y="0"/>
                  <a:pt x="2209538" y="0"/>
                </a:cubicBez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6457E245-1B19-88A8-A621-B54CD87DF732}"/>
              </a:ext>
            </a:extLst>
          </p:cNvPr>
          <p:cNvSpPr>
            <a:spLocks noGrp="1"/>
          </p:cNvSpPr>
          <p:nvPr>
            <p:ph type="ctrTitle"/>
          </p:nvPr>
        </p:nvSpPr>
        <p:spPr>
          <a:xfrm>
            <a:off x="1457964" y="1799771"/>
            <a:ext cx="3373063" cy="1848491"/>
          </a:xfrm>
        </p:spPr>
        <p:txBody>
          <a:bodyPr anchor="b">
            <a:normAutofit/>
          </a:bodyPr>
          <a:lstStyle/>
          <a:p>
            <a:pPr algn="ctr">
              <a:lnSpc>
                <a:spcPct val="90000"/>
              </a:lnSpc>
            </a:pPr>
            <a:r>
              <a:rPr lang="en-US" sz="4100" dirty="0"/>
              <a:t>Rust-</a:t>
            </a:r>
            <a:r>
              <a:rPr lang="en-US" sz="4100" dirty="0" err="1"/>
              <a:t>ifying</a:t>
            </a:r>
            <a:r>
              <a:rPr lang="en-US" sz="4100" dirty="0"/>
              <a:t> Your C# Codebase</a:t>
            </a:r>
          </a:p>
        </p:txBody>
      </p:sp>
      <p:sp>
        <p:nvSpPr>
          <p:cNvPr id="3" name="Subtitle 2">
            <a:extLst>
              <a:ext uri="{FF2B5EF4-FFF2-40B4-BE49-F238E27FC236}">
                <a16:creationId xmlns:a16="http://schemas.microsoft.com/office/drawing/2014/main" id="{FD576BB5-9ED2-754F-21F3-FA4298832161}"/>
              </a:ext>
            </a:extLst>
          </p:cNvPr>
          <p:cNvSpPr>
            <a:spLocks noGrp="1"/>
          </p:cNvSpPr>
          <p:nvPr>
            <p:ph type="subTitle" idx="1"/>
          </p:nvPr>
        </p:nvSpPr>
        <p:spPr>
          <a:xfrm>
            <a:off x="1361677" y="4887687"/>
            <a:ext cx="3565637" cy="895855"/>
          </a:xfrm>
        </p:spPr>
        <p:txBody>
          <a:bodyPr>
            <a:normAutofit fontScale="92500"/>
          </a:bodyPr>
          <a:lstStyle/>
          <a:p>
            <a:pPr algn="ctr"/>
            <a:r>
              <a:rPr lang="en-US"/>
              <a:t>A Tale of Adventure and Transformation</a:t>
            </a:r>
            <a:endParaRPr lang="en-US" dirty="0"/>
          </a:p>
        </p:txBody>
      </p:sp>
      <p:cxnSp>
        <p:nvCxnSpPr>
          <p:cNvPr id="18" name="Straight Connector 17">
            <a:extLst>
              <a:ext uri="{FF2B5EF4-FFF2-40B4-BE49-F238E27FC236}">
                <a16:creationId xmlns:a16="http://schemas.microsoft.com/office/drawing/2014/main" id="{7091899A-6176-48DA-BF9E-4D278C5FBEF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2415286" y="4316294"/>
            <a:ext cx="1458419" cy="0"/>
          </a:xfrm>
          <a:prstGeom prst="line">
            <a:avLst/>
          </a:prstGeom>
          <a:ln w="10795">
            <a:solidFill>
              <a:schemeClr val="tx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2350223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EAD4CCDA-06BF-4D2A-B44F-195AEC0B5B22}"/>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952498" y="6252722"/>
            <a:ext cx="10325101" cy="0"/>
          </a:xfrm>
          <a:prstGeom prst="line">
            <a:avLst/>
          </a:prstGeom>
          <a:ln w="10795">
            <a:solidFill>
              <a:schemeClr val="tx2"/>
            </a:solidFill>
          </a:ln>
        </p:spPr>
        <p:style>
          <a:lnRef idx="1">
            <a:schemeClr val="accent1"/>
          </a:lnRef>
          <a:fillRef idx="0">
            <a:schemeClr val="accent1"/>
          </a:fillRef>
          <a:effectRef idx="0">
            <a:schemeClr val="accent1"/>
          </a:effectRef>
          <a:fontRef idx="minor">
            <a:schemeClr val="tx1"/>
          </a:fontRef>
        </p:style>
      </p:cxnSp>
      <p:sp useBgFill="1">
        <p:nvSpPr>
          <p:cNvPr id="11" name="Rectangle 10">
            <a:extLst>
              <a:ext uri="{FF2B5EF4-FFF2-40B4-BE49-F238E27FC236}">
                <a16:creationId xmlns:a16="http://schemas.microsoft.com/office/drawing/2014/main" id="{F69F96FE-C3F5-4F02-8428-78ADCB975E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Wood human figure">
            <a:extLst>
              <a:ext uri="{FF2B5EF4-FFF2-40B4-BE49-F238E27FC236}">
                <a16:creationId xmlns:a16="http://schemas.microsoft.com/office/drawing/2014/main" id="{D20C3CCA-4F89-2C23-9EA8-2E745AA03832}"/>
              </a:ext>
            </a:extLst>
          </p:cNvPr>
          <p:cNvPicPr>
            <a:picLocks noChangeAspect="1"/>
          </p:cNvPicPr>
          <p:nvPr/>
        </p:nvPicPr>
        <p:blipFill>
          <a:blip r:embed="rId3"/>
          <a:srcRect b="15730"/>
          <a:stretch/>
        </p:blipFill>
        <p:spPr>
          <a:xfrm>
            <a:off x="20" y="1"/>
            <a:ext cx="12191979" cy="6858000"/>
          </a:xfrm>
          <a:prstGeom prst="rect">
            <a:avLst/>
          </a:prstGeom>
        </p:spPr>
      </p:pic>
      <p:sp>
        <p:nvSpPr>
          <p:cNvPr id="13" name="Rectangle 12">
            <a:extLst>
              <a:ext uri="{FF2B5EF4-FFF2-40B4-BE49-F238E27FC236}">
                <a16:creationId xmlns:a16="http://schemas.microsoft.com/office/drawing/2014/main" id="{F80C6B76-4D7E-4FE2-84E4-C4734B2B49E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 y="3078542"/>
            <a:ext cx="12191999" cy="3779457"/>
          </a:xfrm>
          <a:prstGeom prst="rect">
            <a:avLst/>
          </a:prstGeom>
          <a:gradFill flip="none" rotWithShape="1">
            <a:gsLst>
              <a:gs pos="0">
                <a:srgbClr val="000000">
                  <a:alpha val="0"/>
                </a:srgbClr>
              </a:gs>
              <a:gs pos="49000">
                <a:srgbClr val="000000">
                  <a:alpha val="45000"/>
                </a:srgbClr>
              </a:gs>
              <a:gs pos="100000">
                <a:srgbClr val="000000">
                  <a:alpha val="64000"/>
                </a:srgb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FBF42EC-BF8B-A086-FA59-50AE2DEE574F}"/>
              </a:ext>
            </a:extLst>
          </p:cNvPr>
          <p:cNvSpPr>
            <a:spLocks noGrp="1"/>
          </p:cNvSpPr>
          <p:nvPr>
            <p:ph type="title"/>
          </p:nvPr>
        </p:nvSpPr>
        <p:spPr>
          <a:xfrm>
            <a:off x="829876" y="3429000"/>
            <a:ext cx="10447724" cy="1856529"/>
          </a:xfrm>
        </p:spPr>
        <p:txBody>
          <a:bodyPr vert="horz" lIns="91440" tIns="45720" rIns="91440" bIns="45720" rtlCol="0" anchor="b">
            <a:normAutofit/>
          </a:bodyPr>
          <a:lstStyle/>
          <a:p>
            <a:r>
              <a:rPr lang="en-US" sz="4800">
                <a:solidFill>
                  <a:srgbClr val="FFFFFF"/>
                </a:solidFill>
              </a:rPr>
              <a:t>What is this talk?</a:t>
            </a:r>
          </a:p>
        </p:txBody>
      </p:sp>
      <p:cxnSp>
        <p:nvCxnSpPr>
          <p:cNvPr id="15" name="Straight Connector 14">
            <a:extLst>
              <a:ext uri="{FF2B5EF4-FFF2-40B4-BE49-F238E27FC236}">
                <a16:creationId xmlns:a16="http://schemas.microsoft.com/office/drawing/2014/main" id="{16BEECB0-0766-4C59-B86E-5D26B7D8EF4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954990" y="5503528"/>
            <a:ext cx="10325101" cy="0"/>
          </a:xfrm>
          <a:prstGeom prst="line">
            <a:avLst/>
          </a:prstGeom>
          <a:ln w="10795">
            <a:solidFill>
              <a:srgbClr val="FFFFFF"/>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7788367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4A5A1F-AD71-45D5-E40C-A7CC56215E89}"/>
              </a:ext>
            </a:extLst>
          </p:cNvPr>
          <p:cNvSpPr>
            <a:spLocks noGrp="1"/>
          </p:cNvSpPr>
          <p:nvPr>
            <p:ph type="title"/>
          </p:nvPr>
        </p:nvSpPr>
        <p:spPr/>
        <p:txBody>
          <a:bodyPr/>
          <a:lstStyle/>
          <a:p>
            <a:r>
              <a:rPr lang="en-US" dirty="0"/>
              <a:t>Main uses </a:t>
            </a:r>
          </a:p>
        </p:txBody>
      </p:sp>
      <p:sp>
        <p:nvSpPr>
          <p:cNvPr id="3" name="Content Placeholder 2">
            <a:extLst>
              <a:ext uri="{FF2B5EF4-FFF2-40B4-BE49-F238E27FC236}">
                <a16:creationId xmlns:a16="http://schemas.microsoft.com/office/drawing/2014/main" id="{1CA90ACF-A502-6D64-60DC-8E18A4DB2C90}"/>
              </a:ext>
            </a:extLst>
          </p:cNvPr>
          <p:cNvSpPr>
            <a:spLocks noGrp="1"/>
          </p:cNvSpPr>
          <p:nvPr>
            <p:ph idx="1"/>
          </p:nvPr>
        </p:nvSpPr>
        <p:spPr/>
        <p:txBody>
          <a:bodyPr/>
          <a:lstStyle/>
          <a:p>
            <a:r>
              <a:rPr lang="en-US" dirty="0"/>
              <a:t>Web Development</a:t>
            </a:r>
          </a:p>
          <a:p>
            <a:r>
              <a:rPr lang="en-US" dirty="0"/>
              <a:t>Cloud Development</a:t>
            </a:r>
          </a:p>
          <a:p>
            <a:r>
              <a:rPr lang="en-US" dirty="0"/>
              <a:t>Windows Apps</a:t>
            </a:r>
          </a:p>
          <a:p>
            <a:r>
              <a:rPr lang="en-US" dirty="0"/>
              <a:t>Game Dev with Unity</a:t>
            </a:r>
          </a:p>
          <a:p>
            <a:r>
              <a:rPr lang="en-US" dirty="0"/>
              <a:t>Web APIs</a:t>
            </a:r>
          </a:p>
        </p:txBody>
      </p:sp>
      <p:sp>
        <p:nvSpPr>
          <p:cNvPr id="4" name="Text Placeholder 3">
            <a:extLst>
              <a:ext uri="{FF2B5EF4-FFF2-40B4-BE49-F238E27FC236}">
                <a16:creationId xmlns:a16="http://schemas.microsoft.com/office/drawing/2014/main" id="{504F7C78-A3DB-43A8-4425-19D6339B781A}"/>
              </a:ext>
            </a:extLst>
          </p:cNvPr>
          <p:cNvSpPr>
            <a:spLocks noGrp="1"/>
          </p:cNvSpPr>
          <p:nvPr>
            <p:ph type="body" sz="half" idx="2"/>
          </p:nvPr>
        </p:nvSpPr>
        <p:spPr/>
        <p:txBody>
          <a:bodyPr>
            <a:normAutofit/>
          </a:bodyPr>
          <a:lstStyle/>
          <a:p>
            <a:r>
              <a:rPr lang="en-US" sz="4000" dirty="0"/>
              <a:t>C#</a:t>
            </a:r>
          </a:p>
        </p:txBody>
      </p:sp>
    </p:spTree>
    <p:extLst>
      <p:ext uri="{BB962C8B-B14F-4D97-AF65-F5344CB8AC3E}">
        <p14:creationId xmlns:p14="http://schemas.microsoft.com/office/powerpoint/2010/main" val="20072834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09B0632-E4E6-CBA6-9755-097C851D18F9}"/>
              </a:ext>
            </a:extLst>
          </p:cNvPr>
          <p:cNvSpPr>
            <a:spLocks noGrp="1"/>
          </p:cNvSpPr>
          <p:nvPr>
            <p:ph type="title"/>
          </p:nvPr>
        </p:nvSpPr>
        <p:spPr/>
        <p:txBody>
          <a:bodyPr/>
          <a:lstStyle/>
          <a:p>
            <a:r>
              <a:rPr lang="en-US" dirty="0"/>
              <a:t>Main Uses</a:t>
            </a:r>
          </a:p>
        </p:txBody>
      </p:sp>
      <p:sp>
        <p:nvSpPr>
          <p:cNvPr id="5" name="Content Placeholder 4">
            <a:extLst>
              <a:ext uri="{FF2B5EF4-FFF2-40B4-BE49-F238E27FC236}">
                <a16:creationId xmlns:a16="http://schemas.microsoft.com/office/drawing/2014/main" id="{B3A9754A-8E3A-DC06-E17A-53BDB8CCD94B}"/>
              </a:ext>
            </a:extLst>
          </p:cNvPr>
          <p:cNvSpPr>
            <a:spLocks noGrp="1"/>
          </p:cNvSpPr>
          <p:nvPr>
            <p:ph idx="1"/>
          </p:nvPr>
        </p:nvSpPr>
        <p:spPr>
          <a:xfrm>
            <a:off x="5260796" y="876300"/>
            <a:ext cx="6344608" cy="5181599"/>
          </a:xfrm>
        </p:spPr>
        <p:txBody>
          <a:bodyPr>
            <a:normAutofit/>
          </a:bodyPr>
          <a:lstStyle/>
          <a:p>
            <a:r>
              <a:rPr lang="en-US" dirty="0"/>
              <a:t>Operating Systems</a:t>
            </a:r>
          </a:p>
          <a:p>
            <a:r>
              <a:rPr lang="en-US" dirty="0" err="1"/>
              <a:t>WebAssembly</a:t>
            </a:r>
            <a:r>
              <a:rPr lang="en-US" dirty="0"/>
              <a:t>/</a:t>
            </a:r>
            <a:r>
              <a:rPr lang="en-US" dirty="0" err="1"/>
              <a:t>Wasm</a:t>
            </a:r>
            <a:r>
              <a:rPr lang="en-US" dirty="0"/>
              <a:t> Apps</a:t>
            </a:r>
          </a:p>
          <a:p>
            <a:r>
              <a:rPr lang="en-US" dirty="0"/>
              <a:t>Embedded Systems</a:t>
            </a:r>
          </a:p>
          <a:p>
            <a:r>
              <a:rPr lang="en-US" dirty="0"/>
              <a:t>Networking Systems</a:t>
            </a:r>
          </a:p>
          <a:p>
            <a:r>
              <a:rPr lang="en-US" dirty="0"/>
              <a:t>Cryptography</a:t>
            </a:r>
          </a:p>
          <a:p>
            <a:r>
              <a:rPr lang="en-US" dirty="0"/>
              <a:t>Web Development/Web APIs</a:t>
            </a:r>
          </a:p>
        </p:txBody>
      </p:sp>
      <p:sp>
        <p:nvSpPr>
          <p:cNvPr id="6" name="Text Placeholder 5">
            <a:extLst>
              <a:ext uri="{FF2B5EF4-FFF2-40B4-BE49-F238E27FC236}">
                <a16:creationId xmlns:a16="http://schemas.microsoft.com/office/drawing/2014/main" id="{1C7EB892-60B6-4794-D806-08093A653A45}"/>
              </a:ext>
            </a:extLst>
          </p:cNvPr>
          <p:cNvSpPr>
            <a:spLocks noGrp="1"/>
          </p:cNvSpPr>
          <p:nvPr>
            <p:ph type="body" sz="half" idx="2"/>
          </p:nvPr>
        </p:nvSpPr>
        <p:spPr/>
        <p:txBody>
          <a:bodyPr/>
          <a:lstStyle/>
          <a:p>
            <a:r>
              <a:rPr lang="en-US" sz="4000" dirty="0"/>
              <a:t>Rust</a:t>
            </a:r>
            <a:endParaRPr lang="en-US" dirty="0"/>
          </a:p>
        </p:txBody>
      </p:sp>
    </p:spTree>
    <p:extLst>
      <p:ext uri="{BB962C8B-B14F-4D97-AF65-F5344CB8AC3E}">
        <p14:creationId xmlns:p14="http://schemas.microsoft.com/office/powerpoint/2010/main" val="31809975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5">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cxnSp>
        <p:nvCxnSpPr>
          <p:cNvPr id="6" name="Straight Connector 5">
            <a:extLst>
              <a:ext uri="{FF2B5EF4-FFF2-40B4-BE49-F238E27FC236}">
                <a16:creationId xmlns:a16="http://schemas.microsoft.com/office/drawing/2014/main" id="{EAD4CCDA-06BF-4D2A-B44F-195AEC0B5B22}"/>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952498" y="6252722"/>
            <a:ext cx="10325101" cy="0"/>
          </a:xfrm>
          <a:prstGeom prst="line">
            <a:avLst/>
          </a:prstGeom>
          <a:ln w="10795">
            <a:solidFill>
              <a:schemeClr val="tx2"/>
            </a:solidFill>
          </a:ln>
        </p:spPr>
        <p:style>
          <a:lnRef idx="1">
            <a:schemeClr val="accent1"/>
          </a:lnRef>
          <a:fillRef idx="0">
            <a:schemeClr val="accent1"/>
          </a:fillRef>
          <a:effectRef idx="0">
            <a:schemeClr val="accent1"/>
          </a:effectRef>
          <a:fontRef idx="minor">
            <a:schemeClr val="tx1"/>
          </a:fontRef>
        </p:style>
      </p:cxnSp>
      <p:sp>
        <p:nvSpPr>
          <p:cNvPr id="7" name="Rectangle 6">
            <a:extLst>
              <a:ext uri="{FF2B5EF4-FFF2-40B4-BE49-F238E27FC236}">
                <a16:creationId xmlns:a16="http://schemas.microsoft.com/office/drawing/2014/main" id="{51C0BCA8-B9D5-4F84-B063-ABE683EE04E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000000"/>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7">
            <a:extLst>
              <a:ext uri="{FF2B5EF4-FFF2-40B4-BE49-F238E27FC236}">
                <a16:creationId xmlns:a16="http://schemas.microsoft.com/office/drawing/2014/main" id="{BF99FB5C-EB74-0817-74DB-FD4E716C7A0E}"/>
              </a:ext>
            </a:extLst>
          </p:cNvPr>
          <p:cNvPicPr>
            <a:picLocks noChangeAspect="1"/>
          </p:cNvPicPr>
          <p:nvPr/>
        </p:nvPicPr>
        <p:blipFill>
          <a:blip r:embed="rId2"/>
          <a:srcRect t="10422" b="5309"/>
          <a:stretch/>
        </p:blipFill>
        <p:spPr>
          <a:xfrm>
            <a:off x="20" y="10"/>
            <a:ext cx="12191979" cy="6857989"/>
          </a:xfrm>
          <a:prstGeom prst="rect">
            <a:avLst/>
          </a:prstGeom>
        </p:spPr>
      </p:pic>
      <p:sp>
        <p:nvSpPr>
          <p:cNvPr id="10" name="Rectangle 9">
            <a:extLst>
              <a:ext uri="{FF2B5EF4-FFF2-40B4-BE49-F238E27FC236}">
                <a16:creationId xmlns:a16="http://schemas.microsoft.com/office/drawing/2014/main" id="{3E12DCC6-BC83-4B12-995C-FEA02449A7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V="1">
            <a:off x="-144929" y="144931"/>
            <a:ext cx="6858000" cy="6568140"/>
          </a:xfrm>
          <a:prstGeom prst="rect">
            <a:avLst/>
          </a:prstGeom>
          <a:gradFill flip="none" rotWithShape="1">
            <a:gsLst>
              <a:gs pos="0">
                <a:srgbClr val="000000">
                  <a:alpha val="0"/>
                </a:srgbClr>
              </a:gs>
              <a:gs pos="49000">
                <a:srgbClr val="000000">
                  <a:alpha val="45000"/>
                </a:srgbClr>
              </a:gs>
              <a:gs pos="100000">
                <a:srgbClr val="000000">
                  <a:alpha val="64000"/>
                </a:srgb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D224F3A-5C72-1A54-ABF8-4121FA192826}"/>
              </a:ext>
            </a:extLst>
          </p:cNvPr>
          <p:cNvSpPr>
            <a:spLocks noGrp="1"/>
          </p:cNvSpPr>
          <p:nvPr>
            <p:ph type="title"/>
          </p:nvPr>
        </p:nvSpPr>
        <p:spPr>
          <a:xfrm>
            <a:off x="858748" y="1161232"/>
            <a:ext cx="5291275" cy="2485479"/>
          </a:xfrm>
        </p:spPr>
        <p:txBody>
          <a:bodyPr vert="horz" lIns="91440" tIns="45720" rIns="91440" bIns="45720" rtlCol="0" anchor="b">
            <a:normAutofit/>
          </a:bodyPr>
          <a:lstStyle/>
          <a:p>
            <a:r>
              <a:rPr lang="en-US" sz="4800">
                <a:solidFill>
                  <a:srgbClr val="FFFFFF"/>
                </a:solidFill>
              </a:rPr>
              <a:t>Language Paradigms and Syntax</a:t>
            </a:r>
          </a:p>
        </p:txBody>
      </p:sp>
      <p:sp>
        <p:nvSpPr>
          <p:cNvPr id="3" name="Text Placeholder 2">
            <a:extLst>
              <a:ext uri="{FF2B5EF4-FFF2-40B4-BE49-F238E27FC236}">
                <a16:creationId xmlns:a16="http://schemas.microsoft.com/office/drawing/2014/main" id="{65AC2180-2401-A644-8AC4-6E00AE5A5E32}"/>
              </a:ext>
            </a:extLst>
          </p:cNvPr>
          <p:cNvSpPr>
            <a:spLocks noGrp="1"/>
          </p:cNvSpPr>
          <p:nvPr>
            <p:ph type="body" idx="1"/>
          </p:nvPr>
        </p:nvSpPr>
        <p:spPr>
          <a:xfrm>
            <a:off x="1525897" y="4993240"/>
            <a:ext cx="3694048" cy="1137107"/>
          </a:xfrm>
        </p:spPr>
        <p:txBody>
          <a:bodyPr vert="horz" lIns="91440" tIns="45720" rIns="91440" bIns="45720" rtlCol="0" anchor="b">
            <a:normAutofit/>
          </a:bodyPr>
          <a:lstStyle/>
          <a:p>
            <a:r>
              <a:rPr lang="en-US" sz="1800" cap="all" spc="300">
                <a:solidFill>
                  <a:srgbClr val="FFFFFF"/>
                </a:solidFill>
              </a:rPr>
              <a:t>Rust-ifying Your C# Codebase</a:t>
            </a:r>
          </a:p>
        </p:txBody>
      </p:sp>
      <p:cxnSp>
        <p:nvCxnSpPr>
          <p:cNvPr id="12" name="Straight Connector 11">
            <a:extLst>
              <a:ext uri="{FF2B5EF4-FFF2-40B4-BE49-F238E27FC236}">
                <a16:creationId xmlns:a16="http://schemas.microsoft.com/office/drawing/2014/main" id="{7476E355-DC49-4AFB-88DE-62B854B9B315}"/>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958134" y="3782313"/>
            <a:ext cx="0" cy="2054457"/>
          </a:xfrm>
          <a:prstGeom prst="line">
            <a:avLst/>
          </a:prstGeom>
          <a:ln w="10795">
            <a:solidFill>
              <a:srgbClr val="FFFFFF"/>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2248337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B0EA0C-A09E-E75A-C31F-87E59FA3D5D3}"/>
              </a:ext>
            </a:extLst>
          </p:cNvPr>
          <p:cNvSpPr>
            <a:spLocks noGrp="1"/>
          </p:cNvSpPr>
          <p:nvPr>
            <p:ph type="title"/>
          </p:nvPr>
        </p:nvSpPr>
        <p:spPr/>
        <p:txBody>
          <a:bodyPr/>
          <a:lstStyle/>
          <a:p>
            <a:r>
              <a:rPr lang="en-US" dirty="0"/>
              <a:t>Comparison of paradigms</a:t>
            </a:r>
          </a:p>
        </p:txBody>
      </p:sp>
      <p:sp>
        <p:nvSpPr>
          <p:cNvPr id="4" name="Text Placeholder 3">
            <a:extLst>
              <a:ext uri="{FF2B5EF4-FFF2-40B4-BE49-F238E27FC236}">
                <a16:creationId xmlns:a16="http://schemas.microsoft.com/office/drawing/2014/main" id="{B87F04AD-8F2B-38BA-BE45-F16A8479365E}"/>
              </a:ext>
            </a:extLst>
          </p:cNvPr>
          <p:cNvSpPr>
            <a:spLocks noGrp="1"/>
          </p:cNvSpPr>
          <p:nvPr>
            <p:ph type="body" idx="1"/>
          </p:nvPr>
        </p:nvSpPr>
        <p:spPr/>
        <p:txBody>
          <a:bodyPr/>
          <a:lstStyle/>
          <a:p>
            <a:r>
              <a:rPr lang="en-US" dirty="0"/>
              <a:t>C#</a:t>
            </a:r>
          </a:p>
        </p:txBody>
      </p:sp>
      <p:sp>
        <p:nvSpPr>
          <p:cNvPr id="5" name="Content Placeholder 4">
            <a:extLst>
              <a:ext uri="{FF2B5EF4-FFF2-40B4-BE49-F238E27FC236}">
                <a16:creationId xmlns:a16="http://schemas.microsoft.com/office/drawing/2014/main" id="{0336A45C-D2AA-C951-E240-04C9A9C8DE6B}"/>
              </a:ext>
            </a:extLst>
          </p:cNvPr>
          <p:cNvSpPr>
            <a:spLocks noGrp="1"/>
          </p:cNvSpPr>
          <p:nvPr>
            <p:ph sz="half" idx="2"/>
          </p:nvPr>
        </p:nvSpPr>
        <p:spPr>
          <a:xfrm>
            <a:off x="850063" y="2813959"/>
            <a:ext cx="5007110" cy="1398359"/>
          </a:xfrm>
        </p:spPr>
        <p:txBody>
          <a:bodyPr/>
          <a:lstStyle/>
          <a:p>
            <a:r>
              <a:rPr lang="en-US" dirty="0"/>
              <a:t>C# is heavily geared towards OOP with extensive support for classes, inheritance, and interfaces.</a:t>
            </a:r>
          </a:p>
        </p:txBody>
      </p:sp>
      <p:sp>
        <p:nvSpPr>
          <p:cNvPr id="6" name="Text Placeholder 5">
            <a:extLst>
              <a:ext uri="{FF2B5EF4-FFF2-40B4-BE49-F238E27FC236}">
                <a16:creationId xmlns:a16="http://schemas.microsoft.com/office/drawing/2014/main" id="{8134B4DE-B581-99A9-4D9C-8F6A874EFE32}"/>
              </a:ext>
            </a:extLst>
          </p:cNvPr>
          <p:cNvSpPr>
            <a:spLocks noGrp="1"/>
          </p:cNvSpPr>
          <p:nvPr>
            <p:ph type="body" sz="quarter" idx="3"/>
          </p:nvPr>
        </p:nvSpPr>
        <p:spPr/>
        <p:txBody>
          <a:bodyPr/>
          <a:lstStyle/>
          <a:p>
            <a:r>
              <a:rPr lang="en-US" dirty="0"/>
              <a:t>Rust</a:t>
            </a:r>
          </a:p>
        </p:txBody>
      </p:sp>
      <p:sp>
        <p:nvSpPr>
          <p:cNvPr id="7" name="Content Placeholder 6">
            <a:extLst>
              <a:ext uri="{FF2B5EF4-FFF2-40B4-BE49-F238E27FC236}">
                <a16:creationId xmlns:a16="http://schemas.microsoft.com/office/drawing/2014/main" id="{71AEADD8-EA32-E1A2-87BC-9C6E9EA0F7DD}"/>
              </a:ext>
            </a:extLst>
          </p:cNvPr>
          <p:cNvSpPr>
            <a:spLocks noGrp="1"/>
          </p:cNvSpPr>
          <p:nvPr>
            <p:ph sz="quarter" idx="4"/>
          </p:nvPr>
        </p:nvSpPr>
        <p:spPr>
          <a:xfrm>
            <a:off x="6249255" y="2813959"/>
            <a:ext cx="5031769" cy="1398359"/>
          </a:xfrm>
        </p:spPr>
        <p:txBody>
          <a:bodyPr/>
          <a:lstStyle/>
          <a:p>
            <a:r>
              <a:rPr lang="en-US" dirty="0"/>
              <a:t>Rust supports OOP principles through traits and structs but does not have traditional classes or inheritance.</a:t>
            </a:r>
          </a:p>
        </p:txBody>
      </p:sp>
      <p:sp>
        <p:nvSpPr>
          <p:cNvPr id="8" name="Content Placeholder 4">
            <a:extLst>
              <a:ext uri="{FF2B5EF4-FFF2-40B4-BE49-F238E27FC236}">
                <a16:creationId xmlns:a16="http://schemas.microsoft.com/office/drawing/2014/main" id="{1B8436C3-BC99-F37B-4405-AB6463D8642A}"/>
              </a:ext>
            </a:extLst>
          </p:cNvPr>
          <p:cNvSpPr txBox="1">
            <a:spLocks/>
          </p:cNvSpPr>
          <p:nvPr/>
        </p:nvSpPr>
        <p:spPr>
          <a:xfrm>
            <a:off x="839788" y="4212318"/>
            <a:ext cx="5007110" cy="1398359"/>
          </a:xfrm>
          <a:prstGeom prst="rect">
            <a:avLst/>
          </a:prstGeom>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70000"/>
              <a:buFont typeface="Arial" panose="020B0604020202020204" pitchFamily="34" charset="0"/>
              <a:buChar char="•"/>
              <a:defRPr sz="2000" kern="1200">
                <a:solidFill>
                  <a:schemeClr val="tx2"/>
                </a:solidFill>
                <a:latin typeface="+mn-lt"/>
                <a:ea typeface="+mn-ea"/>
                <a:cs typeface="+mn-cs"/>
              </a:defRPr>
            </a:lvl1pPr>
            <a:lvl2pPr marL="274320" indent="0" algn="l" defTabSz="914400" rtl="0" eaLnBrk="1" latinLnBrk="0" hangingPunct="1">
              <a:lnSpc>
                <a:spcPct val="120000"/>
              </a:lnSpc>
              <a:spcBef>
                <a:spcPts val="500"/>
              </a:spcBef>
              <a:buSzPct val="70000"/>
              <a:buFontTx/>
              <a:buNone/>
              <a:defRPr sz="1800" i="1" kern="1200">
                <a:solidFill>
                  <a:schemeClr val="tx2"/>
                </a:solidFill>
                <a:latin typeface="+mn-lt"/>
                <a:ea typeface="+mn-ea"/>
                <a:cs typeface="+mn-cs"/>
              </a:defRPr>
            </a:lvl2pPr>
            <a:lvl3pPr marL="502920" indent="-228600" algn="l" defTabSz="914400" rtl="0" eaLnBrk="1" latinLnBrk="0" hangingPunct="1">
              <a:lnSpc>
                <a:spcPct val="120000"/>
              </a:lnSpc>
              <a:spcBef>
                <a:spcPts val="500"/>
              </a:spcBef>
              <a:buSzPct val="70000"/>
              <a:buFont typeface="Arial" panose="020B0604020202020204" pitchFamily="34" charset="0"/>
              <a:buChar char="•"/>
              <a:defRPr sz="1800" kern="1200">
                <a:solidFill>
                  <a:schemeClr val="tx2"/>
                </a:solidFill>
                <a:latin typeface="+mn-lt"/>
                <a:ea typeface="+mn-ea"/>
                <a:cs typeface="+mn-cs"/>
              </a:defRPr>
            </a:lvl3pPr>
            <a:lvl4pPr marL="548640" indent="0" algn="l" defTabSz="914400" rtl="0" eaLnBrk="1" latinLnBrk="0" hangingPunct="1">
              <a:lnSpc>
                <a:spcPct val="120000"/>
              </a:lnSpc>
              <a:spcBef>
                <a:spcPts val="500"/>
              </a:spcBef>
              <a:buSzPct val="70000"/>
              <a:buFont typeface="Arial" panose="020B0604020202020204" pitchFamily="34" charset="0"/>
              <a:buNone/>
              <a:defRPr sz="1600" i="1" kern="1200">
                <a:solidFill>
                  <a:schemeClr val="tx2"/>
                </a:solidFill>
                <a:latin typeface="+mn-lt"/>
                <a:ea typeface="+mn-ea"/>
                <a:cs typeface="+mn-cs"/>
              </a:defRPr>
            </a:lvl4pPr>
            <a:lvl5pPr marL="822960" indent="-228600" algn="l" defTabSz="914400" rtl="0" eaLnBrk="1" latinLnBrk="0" hangingPunct="1">
              <a:lnSpc>
                <a:spcPct val="120000"/>
              </a:lnSpc>
              <a:spcBef>
                <a:spcPts val="500"/>
              </a:spcBef>
              <a:buSzPct val="70000"/>
              <a:buFont typeface="Arial" panose="020B0604020202020204" pitchFamily="34" charset="0"/>
              <a:buChar char="•"/>
              <a:defRPr sz="16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C# relies on garbage collection, which abstracts memory management from the developer.</a:t>
            </a:r>
          </a:p>
        </p:txBody>
      </p:sp>
      <p:sp>
        <p:nvSpPr>
          <p:cNvPr id="9" name="Content Placeholder 6">
            <a:extLst>
              <a:ext uri="{FF2B5EF4-FFF2-40B4-BE49-F238E27FC236}">
                <a16:creationId xmlns:a16="http://schemas.microsoft.com/office/drawing/2014/main" id="{5BB6EB7A-409A-CC8E-8FD6-BBF4D7FCD7D0}"/>
              </a:ext>
            </a:extLst>
          </p:cNvPr>
          <p:cNvSpPr txBox="1">
            <a:spLocks/>
          </p:cNvSpPr>
          <p:nvPr/>
        </p:nvSpPr>
        <p:spPr>
          <a:xfrm>
            <a:off x="6238980" y="4212317"/>
            <a:ext cx="5031769" cy="1398359"/>
          </a:xfrm>
          <a:prstGeom prst="rect">
            <a:avLst/>
          </a:prstGeom>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70000"/>
              <a:buFont typeface="Arial" panose="020B0604020202020204" pitchFamily="34" charset="0"/>
              <a:buChar char="•"/>
              <a:defRPr sz="2000" kern="1200">
                <a:solidFill>
                  <a:schemeClr val="tx2"/>
                </a:solidFill>
                <a:latin typeface="+mn-lt"/>
                <a:ea typeface="+mn-ea"/>
                <a:cs typeface="+mn-cs"/>
              </a:defRPr>
            </a:lvl1pPr>
            <a:lvl2pPr marL="274320" indent="0" algn="l" defTabSz="914400" rtl="0" eaLnBrk="1" latinLnBrk="0" hangingPunct="1">
              <a:lnSpc>
                <a:spcPct val="120000"/>
              </a:lnSpc>
              <a:spcBef>
                <a:spcPts val="500"/>
              </a:spcBef>
              <a:buSzPct val="70000"/>
              <a:buFontTx/>
              <a:buNone/>
              <a:defRPr sz="1800" i="1" kern="1200">
                <a:solidFill>
                  <a:schemeClr val="tx2"/>
                </a:solidFill>
                <a:latin typeface="+mn-lt"/>
                <a:ea typeface="+mn-ea"/>
                <a:cs typeface="+mn-cs"/>
              </a:defRPr>
            </a:lvl2pPr>
            <a:lvl3pPr marL="502920" indent="-228600" algn="l" defTabSz="914400" rtl="0" eaLnBrk="1" latinLnBrk="0" hangingPunct="1">
              <a:lnSpc>
                <a:spcPct val="120000"/>
              </a:lnSpc>
              <a:spcBef>
                <a:spcPts val="500"/>
              </a:spcBef>
              <a:buSzPct val="70000"/>
              <a:buFont typeface="Arial" panose="020B0604020202020204" pitchFamily="34" charset="0"/>
              <a:buChar char="•"/>
              <a:defRPr sz="1800" kern="1200">
                <a:solidFill>
                  <a:schemeClr val="tx2"/>
                </a:solidFill>
                <a:latin typeface="+mn-lt"/>
                <a:ea typeface="+mn-ea"/>
                <a:cs typeface="+mn-cs"/>
              </a:defRPr>
            </a:lvl3pPr>
            <a:lvl4pPr marL="548640" indent="0" algn="l" defTabSz="914400" rtl="0" eaLnBrk="1" latinLnBrk="0" hangingPunct="1">
              <a:lnSpc>
                <a:spcPct val="120000"/>
              </a:lnSpc>
              <a:spcBef>
                <a:spcPts val="500"/>
              </a:spcBef>
              <a:buSzPct val="70000"/>
              <a:buFont typeface="Arial" panose="020B0604020202020204" pitchFamily="34" charset="0"/>
              <a:buNone/>
              <a:defRPr sz="1600" i="1" kern="1200">
                <a:solidFill>
                  <a:schemeClr val="tx2"/>
                </a:solidFill>
                <a:latin typeface="+mn-lt"/>
                <a:ea typeface="+mn-ea"/>
                <a:cs typeface="+mn-cs"/>
              </a:defRPr>
            </a:lvl4pPr>
            <a:lvl5pPr marL="822960" indent="-228600" algn="l" defTabSz="914400" rtl="0" eaLnBrk="1" latinLnBrk="0" hangingPunct="1">
              <a:lnSpc>
                <a:spcPct val="120000"/>
              </a:lnSpc>
              <a:spcBef>
                <a:spcPts val="500"/>
              </a:spcBef>
              <a:buSzPct val="70000"/>
              <a:buFont typeface="Arial" panose="020B0604020202020204" pitchFamily="34" charset="0"/>
              <a:buChar char="•"/>
              <a:defRPr sz="16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Rust uses an ownership model with borrowing and lifetimes, ensuring memory safety without runtime overhead.</a:t>
            </a:r>
          </a:p>
        </p:txBody>
      </p:sp>
    </p:spTree>
    <p:extLst>
      <p:ext uri="{BB962C8B-B14F-4D97-AF65-F5344CB8AC3E}">
        <p14:creationId xmlns:p14="http://schemas.microsoft.com/office/powerpoint/2010/main" val="42055471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P spid="7" grpId="0" build="p"/>
      <p:bldP spid="8" grpId="0"/>
      <p:bldP spid="9"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3AF4F7-B533-7BBE-7508-4BD1DB7A4A1C}"/>
              </a:ext>
            </a:extLst>
          </p:cNvPr>
          <p:cNvSpPr>
            <a:spLocks noGrp="1"/>
          </p:cNvSpPr>
          <p:nvPr>
            <p:ph type="title"/>
          </p:nvPr>
        </p:nvSpPr>
        <p:spPr/>
        <p:txBody>
          <a:bodyPr/>
          <a:lstStyle/>
          <a:p>
            <a:r>
              <a:rPr lang="en-US" dirty="0"/>
              <a:t>Comparison of paradigms</a:t>
            </a:r>
          </a:p>
        </p:txBody>
      </p:sp>
      <p:sp>
        <p:nvSpPr>
          <p:cNvPr id="7" name="Content Placeholder 6">
            <a:extLst>
              <a:ext uri="{FF2B5EF4-FFF2-40B4-BE49-F238E27FC236}">
                <a16:creationId xmlns:a16="http://schemas.microsoft.com/office/drawing/2014/main" id="{217230D9-CA22-5959-A8DA-6D965A6CA201}"/>
              </a:ext>
            </a:extLst>
          </p:cNvPr>
          <p:cNvSpPr>
            <a:spLocks noGrp="1"/>
          </p:cNvSpPr>
          <p:nvPr>
            <p:ph idx="1"/>
          </p:nvPr>
        </p:nvSpPr>
        <p:spPr/>
        <p:txBody>
          <a:bodyPr/>
          <a:lstStyle/>
          <a:p>
            <a:r>
              <a:rPr lang="en-US" dirty="0"/>
              <a:t>Both languages support functional programming, but Rust’s pattern matching and immutability by default provide a more native feel to functional programming. C#’s LINQ and lambda expressions are powerful tools for functional paradigms.</a:t>
            </a:r>
          </a:p>
          <a:p>
            <a:r>
              <a:rPr lang="en-US" dirty="0"/>
              <a:t>Rust’s concurrency model, built on the ownership system, ensures compile-time guarantees against data races, making it safer than C#’s traditional threading model. Both languages support async programming with similar syntax.</a:t>
            </a:r>
          </a:p>
        </p:txBody>
      </p:sp>
    </p:spTree>
    <p:extLst>
      <p:ext uri="{BB962C8B-B14F-4D97-AF65-F5344CB8AC3E}">
        <p14:creationId xmlns:p14="http://schemas.microsoft.com/office/powerpoint/2010/main" val="30859804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8948FD-4A3B-0137-7FA8-6955EFFE74A8}"/>
              </a:ext>
            </a:extLst>
          </p:cNvPr>
          <p:cNvSpPr>
            <a:spLocks noGrp="1"/>
          </p:cNvSpPr>
          <p:nvPr>
            <p:ph type="title"/>
          </p:nvPr>
        </p:nvSpPr>
        <p:spPr/>
        <p:txBody>
          <a:bodyPr/>
          <a:lstStyle/>
          <a:p>
            <a:r>
              <a:rPr lang="en-US" dirty="0"/>
              <a:t>Syntax comparison with code examples</a:t>
            </a:r>
          </a:p>
        </p:txBody>
      </p:sp>
      <p:sp>
        <p:nvSpPr>
          <p:cNvPr id="6" name="Text Placeholder 5">
            <a:extLst>
              <a:ext uri="{FF2B5EF4-FFF2-40B4-BE49-F238E27FC236}">
                <a16:creationId xmlns:a16="http://schemas.microsoft.com/office/drawing/2014/main" id="{9F137680-D5FB-2A6C-46C6-8BBDF83BD2F0}"/>
              </a:ext>
            </a:extLst>
          </p:cNvPr>
          <p:cNvSpPr>
            <a:spLocks noGrp="1"/>
          </p:cNvSpPr>
          <p:nvPr>
            <p:ph type="body" idx="1"/>
          </p:nvPr>
        </p:nvSpPr>
        <p:spPr>
          <a:xfrm>
            <a:off x="628299" y="1999572"/>
            <a:ext cx="5007110" cy="814387"/>
          </a:xfrm>
        </p:spPr>
        <p:txBody>
          <a:bodyPr/>
          <a:lstStyle/>
          <a:p>
            <a:r>
              <a:rPr lang="en-US" dirty="0"/>
              <a:t>C#</a:t>
            </a:r>
          </a:p>
        </p:txBody>
      </p:sp>
      <p:sp>
        <p:nvSpPr>
          <p:cNvPr id="7" name="Content Placeholder 6">
            <a:extLst>
              <a:ext uri="{FF2B5EF4-FFF2-40B4-BE49-F238E27FC236}">
                <a16:creationId xmlns:a16="http://schemas.microsoft.com/office/drawing/2014/main" id="{C356D60E-2228-FB18-2E56-99903739C0D4}"/>
              </a:ext>
            </a:extLst>
          </p:cNvPr>
          <p:cNvSpPr>
            <a:spLocks noGrp="1"/>
          </p:cNvSpPr>
          <p:nvPr>
            <p:ph sz="half" idx="2"/>
          </p:nvPr>
        </p:nvSpPr>
        <p:spPr>
          <a:xfrm>
            <a:off x="628299" y="2813959"/>
            <a:ext cx="5228874" cy="3243942"/>
          </a:xfrm>
        </p:spPr>
        <p:txBody>
          <a:bodyPr/>
          <a:lstStyle/>
          <a:p>
            <a:pPr marL="0" indent="0">
              <a:buNone/>
            </a:pPr>
            <a:r>
              <a:rPr lang="en-US" dirty="0">
                <a:latin typeface="Hack" panose="020B0609030202020204" pitchFamily="49" charset="0"/>
                <a:ea typeface="Hack" panose="020B0609030202020204" pitchFamily="49" charset="0"/>
                <a:cs typeface="Hack" panose="020B0609030202020204" pitchFamily="49" charset="0"/>
              </a:rPr>
              <a:t>int number = 10;</a:t>
            </a:r>
          </a:p>
          <a:p>
            <a:pPr marL="0" indent="0">
              <a:buNone/>
            </a:pPr>
            <a:r>
              <a:rPr lang="en-US" dirty="0">
                <a:latin typeface="Hack" panose="020B0609030202020204" pitchFamily="49" charset="0"/>
                <a:ea typeface="Hack" panose="020B0609030202020204" pitchFamily="49" charset="0"/>
                <a:cs typeface="Hack" panose="020B0609030202020204" pitchFamily="49" charset="0"/>
              </a:rPr>
              <a:t>string message = "Hello, World!";</a:t>
            </a:r>
          </a:p>
          <a:p>
            <a:pPr marL="0" indent="0">
              <a:buNone/>
            </a:pPr>
            <a:r>
              <a:rPr lang="en-US" dirty="0">
                <a:latin typeface="Hack" panose="020B0609030202020204" pitchFamily="49" charset="0"/>
                <a:ea typeface="Hack" panose="020B0609030202020204" pitchFamily="49" charset="0"/>
                <a:cs typeface="Hack" panose="020B0609030202020204" pitchFamily="49" charset="0"/>
              </a:rPr>
              <a:t>bool </a:t>
            </a:r>
            <a:r>
              <a:rPr lang="en-US" dirty="0" err="1">
                <a:latin typeface="Hack" panose="020B0609030202020204" pitchFamily="49" charset="0"/>
                <a:ea typeface="Hack" panose="020B0609030202020204" pitchFamily="49" charset="0"/>
                <a:cs typeface="Hack" panose="020B0609030202020204" pitchFamily="49" charset="0"/>
              </a:rPr>
              <a:t>isActive</a:t>
            </a:r>
            <a:r>
              <a:rPr lang="en-US" dirty="0">
                <a:latin typeface="Hack" panose="020B0609030202020204" pitchFamily="49" charset="0"/>
                <a:ea typeface="Hack" panose="020B0609030202020204" pitchFamily="49" charset="0"/>
                <a:cs typeface="Hack" panose="020B0609030202020204" pitchFamily="49" charset="0"/>
              </a:rPr>
              <a:t> = true;</a:t>
            </a:r>
          </a:p>
          <a:p>
            <a:pPr marL="0" indent="0">
              <a:buNone/>
            </a:pPr>
            <a:endParaRPr lang="en-US" dirty="0"/>
          </a:p>
        </p:txBody>
      </p:sp>
      <p:sp>
        <p:nvSpPr>
          <p:cNvPr id="8" name="Text Placeholder 7">
            <a:extLst>
              <a:ext uri="{FF2B5EF4-FFF2-40B4-BE49-F238E27FC236}">
                <a16:creationId xmlns:a16="http://schemas.microsoft.com/office/drawing/2014/main" id="{D76319C9-B87F-FFC0-4AB6-48EE9FFA4B06}"/>
              </a:ext>
            </a:extLst>
          </p:cNvPr>
          <p:cNvSpPr>
            <a:spLocks noGrp="1"/>
          </p:cNvSpPr>
          <p:nvPr>
            <p:ph type="body" sz="quarter" idx="3"/>
          </p:nvPr>
        </p:nvSpPr>
        <p:spPr/>
        <p:txBody>
          <a:bodyPr/>
          <a:lstStyle/>
          <a:p>
            <a:r>
              <a:rPr lang="en-US" dirty="0"/>
              <a:t>Rust</a:t>
            </a:r>
          </a:p>
        </p:txBody>
      </p:sp>
      <p:sp>
        <p:nvSpPr>
          <p:cNvPr id="9" name="Content Placeholder 8">
            <a:extLst>
              <a:ext uri="{FF2B5EF4-FFF2-40B4-BE49-F238E27FC236}">
                <a16:creationId xmlns:a16="http://schemas.microsoft.com/office/drawing/2014/main" id="{F69E2076-F46C-E6E4-279A-05EADC17454F}"/>
              </a:ext>
            </a:extLst>
          </p:cNvPr>
          <p:cNvSpPr>
            <a:spLocks noGrp="1"/>
          </p:cNvSpPr>
          <p:nvPr>
            <p:ph sz="quarter" idx="4"/>
          </p:nvPr>
        </p:nvSpPr>
        <p:spPr>
          <a:xfrm>
            <a:off x="6249255" y="2813959"/>
            <a:ext cx="5817459" cy="3243942"/>
          </a:xfrm>
        </p:spPr>
        <p:txBody>
          <a:bodyPr/>
          <a:lstStyle/>
          <a:p>
            <a:pPr marL="0" indent="0">
              <a:buNone/>
            </a:pPr>
            <a:r>
              <a:rPr lang="en-US" dirty="0">
                <a:latin typeface="Hack" panose="020B0609030202020204" pitchFamily="49" charset="0"/>
                <a:ea typeface="Hack" panose="020B0609030202020204" pitchFamily="49" charset="0"/>
                <a:cs typeface="Hack" panose="020B0609030202020204" pitchFamily="49" charset="0"/>
              </a:rPr>
              <a:t>let number: i32 = 10;</a:t>
            </a:r>
          </a:p>
          <a:p>
            <a:pPr marL="0" indent="0">
              <a:buNone/>
            </a:pPr>
            <a:r>
              <a:rPr lang="en-US" dirty="0">
                <a:latin typeface="Hack" panose="020B0609030202020204" pitchFamily="49" charset="0"/>
                <a:ea typeface="Hack" panose="020B0609030202020204" pitchFamily="49" charset="0"/>
                <a:cs typeface="Hack" panose="020B0609030202020204" pitchFamily="49" charset="0"/>
              </a:rPr>
              <a:t>let message: &amp;str = "Hello, World!";</a:t>
            </a:r>
          </a:p>
          <a:p>
            <a:pPr marL="0" indent="0">
              <a:buNone/>
            </a:pPr>
            <a:r>
              <a:rPr lang="en-US" dirty="0">
                <a:latin typeface="Hack" panose="020B0609030202020204" pitchFamily="49" charset="0"/>
                <a:ea typeface="Hack" panose="020B0609030202020204" pitchFamily="49" charset="0"/>
                <a:cs typeface="Hack" panose="020B0609030202020204" pitchFamily="49" charset="0"/>
              </a:rPr>
              <a:t>let </a:t>
            </a:r>
            <a:r>
              <a:rPr lang="en-US" dirty="0" err="1">
                <a:latin typeface="Hack" panose="020B0609030202020204" pitchFamily="49" charset="0"/>
                <a:ea typeface="Hack" panose="020B0609030202020204" pitchFamily="49" charset="0"/>
                <a:cs typeface="Hack" panose="020B0609030202020204" pitchFamily="49" charset="0"/>
              </a:rPr>
              <a:t>is_active</a:t>
            </a:r>
            <a:r>
              <a:rPr lang="en-US" dirty="0">
                <a:latin typeface="Hack" panose="020B0609030202020204" pitchFamily="49" charset="0"/>
                <a:ea typeface="Hack" panose="020B0609030202020204" pitchFamily="49" charset="0"/>
                <a:cs typeface="Hack" panose="020B0609030202020204" pitchFamily="49" charset="0"/>
              </a:rPr>
              <a:t>: bool = true;</a:t>
            </a:r>
          </a:p>
        </p:txBody>
      </p:sp>
      <p:sp>
        <p:nvSpPr>
          <p:cNvPr id="11" name="TextBox 10">
            <a:extLst>
              <a:ext uri="{FF2B5EF4-FFF2-40B4-BE49-F238E27FC236}">
                <a16:creationId xmlns:a16="http://schemas.microsoft.com/office/drawing/2014/main" id="{F212F728-C5F8-1F27-F8DE-6727720ECE81}"/>
              </a:ext>
            </a:extLst>
          </p:cNvPr>
          <p:cNvSpPr txBox="1"/>
          <p:nvPr/>
        </p:nvSpPr>
        <p:spPr>
          <a:xfrm>
            <a:off x="7940379" y="6286045"/>
            <a:ext cx="3340645" cy="400110"/>
          </a:xfrm>
          <a:prstGeom prst="rect">
            <a:avLst/>
          </a:prstGeom>
          <a:noFill/>
        </p:spPr>
        <p:txBody>
          <a:bodyPr wrap="square">
            <a:spAutoFit/>
          </a:bodyPr>
          <a:lstStyle/>
          <a:p>
            <a:pPr algn="r"/>
            <a:r>
              <a:rPr lang="en-US" sz="2000" b="1" dirty="0"/>
              <a:t>Variable Declarations</a:t>
            </a:r>
          </a:p>
        </p:txBody>
      </p:sp>
    </p:spTree>
    <p:extLst>
      <p:ext uri="{BB962C8B-B14F-4D97-AF65-F5344CB8AC3E}">
        <p14:creationId xmlns:p14="http://schemas.microsoft.com/office/powerpoint/2010/main" val="163604611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8948FD-4A3B-0137-7FA8-6955EFFE74A8}"/>
              </a:ext>
            </a:extLst>
          </p:cNvPr>
          <p:cNvSpPr>
            <a:spLocks noGrp="1"/>
          </p:cNvSpPr>
          <p:nvPr>
            <p:ph type="title"/>
          </p:nvPr>
        </p:nvSpPr>
        <p:spPr/>
        <p:txBody>
          <a:bodyPr/>
          <a:lstStyle/>
          <a:p>
            <a:r>
              <a:rPr lang="en-US" dirty="0"/>
              <a:t>Syntax comparison with code examples</a:t>
            </a:r>
          </a:p>
        </p:txBody>
      </p:sp>
      <p:sp>
        <p:nvSpPr>
          <p:cNvPr id="6" name="Text Placeholder 5">
            <a:extLst>
              <a:ext uri="{FF2B5EF4-FFF2-40B4-BE49-F238E27FC236}">
                <a16:creationId xmlns:a16="http://schemas.microsoft.com/office/drawing/2014/main" id="{9F137680-D5FB-2A6C-46C6-8BBDF83BD2F0}"/>
              </a:ext>
            </a:extLst>
          </p:cNvPr>
          <p:cNvSpPr>
            <a:spLocks noGrp="1"/>
          </p:cNvSpPr>
          <p:nvPr>
            <p:ph type="body" idx="1"/>
          </p:nvPr>
        </p:nvSpPr>
        <p:spPr/>
        <p:txBody>
          <a:bodyPr/>
          <a:lstStyle/>
          <a:p>
            <a:r>
              <a:rPr lang="en-US" dirty="0"/>
              <a:t>C#</a:t>
            </a:r>
          </a:p>
        </p:txBody>
      </p:sp>
      <p:sp>
        <p:nvSpPr>
          <p:cNvPr id="7" name="Content Placeholder 6">
            <a:extLst>
              <a:ext uri="{FF2B5EF4-FFF2-40B4-BE49-F238E27FC236}">
                <a16:creationId xmlns:a16="http://schemas.microsoft.com/office/drawing/2014/main" id="{C356D60E-2228-FB18-2E56-99903739C0D4}"/>
              </a:ext>
            </a:extLst>
          </p:cNvPr>
          <p:cNvSpPr>
            <a:spLocks noGrp="1"/>
          </p:cNvSpPr>
          <p:nvPr>
            <p:ph sz="half" idx="2"/>
          </p:nvPr>
        </p:nvSpPr>
        <p:spPr/>
        <p:txBody>
          <a:bodyPr>
            <a:normAutofit lnSpcReduction="10000"/>
          </a:bodyPr>
          <a:lstStyle/>
          <a:p>
            <a:pPr marL="0" indent="0">
              <a:buNone/>
            </a:pPr>
            <a:r>
              <a:rPr lang="en-US" dirty="0">
                <a:latin typeface="Hack" panose="020B0609030202020204" pitchFamily="49" charset="0"/>
                <a:ea typeface="Hack" panose="020B0609030202020204" pitchFamily="49" charset="0"/>
                <a:cs typeface="Hack" panose="020B0609030202020204" pitchFamily="49" charset="0"/>
              </a:rPr>
              <a:t>int Add(int a, int b) {</a:t>
            </a:r>
          </a:p>
          <a:p>
            <a:pPr marL="0" indent="0">
              <a:buNone/>
            </a:pPr>
            <a:r>
              <a:rPr lang="en-US" dirty="0">
                <a:latin typeface="Hack" panose="020B0609030202020204" pitchFamily="49" charset="0"/>
                <a:ea typeface="Hack" panose="020B0609030202020204" pitchFamily="49" charset="0"/>
                <a:cs typeface="Hack" panose="020B0609030202020204" pitchFamily="49" charset="0"/>
              </a:rPr>
              <a:t>    return a + b;</a:t>
            </a:r>
          </a:p>
          <a:p>
            <a:pPr marL="0" indent="0">
              <a:buNone/>
            </a:pPr>
            <a:r>
              <a:rPr lang="en-US" dirty="0">
                <a:latin typeface="Hack" panose="020B0609030202020204" pitchFamily="49" charset="0"/>
                <a:ea typeface="Hack" panose="020B0609030202020204" pitchFamily="49" charset="0"/>
                <a:cs typeface="Hack" panose="020B0609030202020204" pitchFamily="49" charset="0"/>
              </a:rPr>
              <a:t>}</a:t>
            </a:r>
          </a:p>
          <a:p>
            <a:pPr marL="0" indent="0">
              <a:buNone/>
            </a:pPr>
            <a:endParaRPr lang="en-US" dirty="0">
              <a:latin typeface="Hack" panose="020B0609030202020204" pitchFamily="49" charset="0"/>
              <a:ea typeface="Hack" panose="020B0609030202020204" pitchFamily="49" charset="0"/>
              <a:cs typeface="Hack" panose="020B0609030202020204" pitchFamily="49" charset="0"/>
            </a:endParaRPr>
          </a:p>
          <a:p>
            <a:pPr marL="0" indent="0">
              <a:buNone/>
            </a:pPr>
            <a:r>
              <a:rPr lang="en-US" dirty="0">
                <a:latin typeface="Hack" panose="020B0609030202020204" pitchFamily="49" charset="0"/>
                <a:ea typeface="Hack" panose="020B0609030202020204" pitchFamily="49" charset="0"/>
                <a:cs typeface="Hack" panose="020B0609030202020204" pitchFamily="49" charset="0"/>
              </a:rPr>
              <a:t>string Greet(string name) {</a:t>
            </a:r>
          </a:p>
          <a:p>
            <a:pPr marL="0" indent="0">
              <a:buNone/>
            </a:pPr>
            <a:r>
              <a:rPr lang="en-US" dirty="0">
                <a:latin typeface="Hack" panose="020B0609030202020204" pitchFamily="49" charset="0"/>
                <a:ea typeface="Hack" panose="020B0609030202020204" pitchFamily="49" charset="0"/>
                <a:cs typeface="Hack" panose="020B0609030202020204" pitchFamily="49" charset="0"/>
              </a:rPr>
              <a:t>    return $"Hello, {name}!";</a:t>
            </a:r>
          </a:p>
          <a:p>
            <a:pPr marL="0" indent="0">
              <a:buNone/>
            </a:pPr>
            <a:r>
              <a:rPr lang="en-US" dirty="0">
                <a:latin typeface="Hack" panose="020B0609030202020204" pitchFamily="49" charset="0"/>
                <a:ea typeface="Hack" panose="020B0609030202020204" pitchFamily="49" charset="0"/>
                <a:cs typeface="Hack" panose="020B0609030202020204" pitchFamily="49" charset="0"/>
              </a:rPr>
              <a:t>}</a:t>
            </a:r>
          </a:p>
        </p:txBody>
      </p:sp>
      <p:sp>
        <p:nvSpPr>
          <p:cNvPr id="8" name="Text Placeholder 7">
            <a:extLst>
              <a:ext uri="{FF2B5EF4-FFF2-40B4-BE49-F238E27FC236}">
                <a16:creationId xmlns:a16="http://schemas.microsoft.com/office/drawing/2014/main" id="{D76319C9-B87F-FFC0-4AB6-48EE9FFA4B06}"/>
              </a:ext>
            </a:extLst>
          </p:cNvPr>
          <p:cNvSpPr>
            <a:spLocks noGrp="1"/>
          </p:cNvSpPr>
          <p:nvPr>
            <p:ph type="body" sz="quarter" idx="3"/>
          </p:nvPr>
        </p:nvSpPr>
        <p:spPr/>
        <p:txBody>
          <a:bodyPr/>
          <a:lstStyle/>
          <a:p>
            <a:r>
              <a:rPr lang="en-US" dirty="0"/>
              <a:t>Rust</a:t>
            </a:r>
          </a:p>
        </p:txBody>
      </p:sp>
      <p:sp>
        <p:nvSpPr>
          <p:cNvPr id="9" name="Content Placeholder 8">
            <a:extLst>
              <a:ext uri="{FF2B5EF4-FFF2-40B4-BE49-F238E27FC236}">
                <a16:creationId xmlns:a16="http://schemas.microsoft.com/office/drawing/2014/main" id="{F69E2076-F46C-E6E4-279A-05EADC17454F}"/>
              </a:ext>
            </a:extLst>
          </p:cNvPr>
          <p:cNvSpPr>
            <a:spLocks noGrp="1"/>
          </p:cNvSpPr>
          <p:nvPr>
            <p:ph sz="quarter" idx="4"/>
          </p:nvPr>
        </p:nvSpPr>
        <p:spPr>
          <a:xfrm>
            <a:off x="6249255" y="2813959"/>
            <a:ext cx="5671604" cy="3243942"/>
          </a:xfrm>
        </p:spPr>
        <p:txBody>
          <a:bodyPr>
            <a:normAutofit lnSpcReduction="10000"/>
          </a:bodyPr>
          <a:lstStyle/>
          <a:p>
            <a:pPr marL="0" indent="0">
              <a:buNone/>
            </a:pPr>
            <a:r>
              <a:rPr lang="en-US" dirty="0" err="1">
                <a:latin typeface="Hack" panose="020B0609030202020204" pitchFamily="49" charset="0"/>
                <a:ea typeface="Hack" panose="020B0609030202020204" pitchFamily="49" charset="0"/>
                <a:cs typeface="Hack" panose="020B0609030202020204" pitchFamily="49" charset="0"/>
              </a:rPr>
              <a:t>fn</a:t>
            </a:r>
            <a:r>
              <a:rPr lang="en-US" dirty="0">
                <a:latin typeface="Hack" panose="020B0609030202020204" pitchFamily="49" charset="0"/>
                <a:ea typeface="Hack" panose="020B0609030202020204" pitchFamily="49" charset="0"/>
                <a:cs typeface="Hack" panose="020B0609030202020204" pitchFamily="49" charset="0"/>
              </a:rPr>
              <a:t> add(a: i32, b: i32) -&gt; i32 {</a:t>
            </a:r>
          </a:p>
          <a:p>
            <a:pPr marL="0" indent="0">
              <a:buNone/>
            </a:pPr>
            <a:r>
              <a:rPr lang="en-US" dirty="0">
                <a:latin typeface="Hack" panose="020B0609030202020204" pitchFamily="49" charset="0"/>
                <a:ea typeface="Hack" panose="020B0609030202020204" pitchFamily="49" charset="0"/>
                <a:cs typeface="Hack" panose="020B0609030202020204" pitchFamily="49" charset="0"/>
              </a:rPr>
              <a:t>    a + b</a:t>
            </a:r>
          </a:p>
          <a:p>
            <a:pPr marL="0" indent="0">
              <a:buNone/>
            </a:pPr>
            <a:r>
              <a:rPr lang="en-US" dirty="0">
                <a:latin typeface="Hack" panose="020B0609030202020204" pitchFamily="49" charset="0"/>
                <a:ea typeface="Hack" panose="020B0609030202020204" pitchFamily="49" charset="0"/>
                <a:cs typeface="Hack" panose="020B0609030202020204" pitchFamily="49" charset="0"/>
              </a:rPr>
              <a:t>}</a:t>
            </a:r>
          </a:p>
          <a:p>
            <a:pPr marL="0" indent="0">
              <a:buNone/>
            </a:pPr>
            <a:endParaRPr lang="en-US" dirty="0">
              <a:latin typeface="Hack" panose="020B0609030202020204" pitchFamily="49" charset="0"/>
              <a:ea typeface="Hack" panose="020B0609030202020204" pitchFamily="49" charset="0"/>
              <a:cs typeface="Hack" panose="020B0609030202020204" pitchFamily="49" charset="0"/>
            </a:endParaRPr>
          </a:p>
          <a:p>
            <a:pPr marL="0" indent="0">
              <a:buNone/>
            </a:pPr>
            <a:r>
              <a:rPr lang="en-US" dirty="0" err="1">
                <a:latin typeface="Hack" panose="020B0609030202020204" pitchFamily="49" charset="0"/>
                <a:ea typeface="Hack" panose="020B0609030202020204" pitchFamily="49" charset="0"/>
                <a:cs typeface="Hack" panose="020B0609030202020204" pitchFamily="49" charset="0"/>
              </a:rPr>
              <a:t>fn</a:t>
            </a:r>
            <a:r>
              <a:rPr lang="en-US" dirty="0">
                <a:latin typeface="Hack" panose="020B0609030202020204" pitchFamily="49" charset="0"/>
                <a:ea typeface="Hack" panose="020B0609030202020204" pitchFamily="49" charset="0"/>
                <a:cs typeface="Hack" panose="020B0609030202020204" pitchFamily="49" charset="0"/>
              </a:rPr>
              <a:t> greet(name: &amp;str) -&gt; String {</a:t>
            </a:r>
          </a:p>
          <a:p>
            <a:pPr marL="0" indent="0">
              <a:buNone/>
            </a:pPr>
            <a:r>
              <a:rPr lang="en-US" dirty="0">
                <a:latin typeface="Hack" panose="020B0609030202020204" pitchFamily="49" charset="0"/>
                <a:ea typeface="Hack" panose="020B0609030202020204" pitchFamily="49" charset="0"/>
                <a:cs typeface="Hack" panose="020B0609030202020204" pitchFamily="49" charset="0"/>
              </a:rPr>
              <a:t>    format!("Hello, {}!", name)</a:t>
            </a:r>
          </a:p>
          <a:p>
            <a:pPr marL="0" indent="0">
              <a:buNone/>
            </a:pPr>
            <a:r>
              <a:rPr lang="en-US" dirty="0">
                <a:latin typeface="Hack" panose="020B0609030202020204" pitchFamily="49" charset="0"/>
                <a:ea typeface="Hack" panose="020B0609030202020204" pitchFamily="49" charset="0"/>
                <a:cs typeface="Hack" panose="020B0609030202020204" pitchFamily="49" charset="0"/>
              </a:rPr>
              <a:t>}</a:t>
            </a:r>
          </a:p>
        </p:txBody>
      </p:sp>
      <p:sp>
        <p:nvSpPr>
          <p:cNvPr id="3" name="TextBox 2">
            <a:extLst>
              <a:ext uri="{FF2B5EF4-FFF2-40B4-BE49-F238E27FC236}">
                <a16:creationId xmlns:a16="http://schemas.microsoft.com/office/drawing/2014/main" id="{62DE08D0-47CF-BDBE-A910-CE9638C3547B}"/>
              </a:ext>
            </a:extLst>
          </p:cNvPr>
          <p:cNvSpPr txBox="1"/>
          <p:nvPr/>
        </p:nvSpPr>
        <p:spPr>
          <a:xfrm>
            <a:off x="7940379" y="6286045"/>
            <a:ext cx="3340645" cy="400110"/>
          </a:xfrm>
          <a:prstGeom prst="rect">
            <a:avLst/>
          </a:prstGeom>
          <a:noFill/>
        </p:spPr>
        <p:txBody>
          <a:bodyPr wrap="square">
            <a:spAutoFit/>
          </a:bodyPr>
          <a:lstStyle/>
          <a:p>
            <a:pPr algn="r"/>
            <a:r>
              <a:rPr lang="en-US" sz="2000" b="1" dirty="0"/>
              <a:t>Functions</a:t>
            </a:r>
          </a:p>
        </p:txBody>
      </p:sp>
    </p:spTree>
    <p:extLst>
      <p:ext uri="{BB962C8B-B14F-4D97-AF65-F5344CB8AC3E}">
        <p14:creationId xmlns:p14="http://schemas.microsoft.com/office/powerpoint/2010/main" val="388862783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8948FD-4A3B-0137-7FA8-6955EFFE74A8}"/>
              </a:ext>
            </a:extLst>
          </p:cNvPr>
          <p:cNvSpPr>
            <a:spLocks noGrp="1"/>
          </p:cNvSpPr>
          <p:nvPr>
            <p:ph type="title"/>
          </p:nvPr>
        </p:nvSpPr>
        <p:spPr/>
        <p:txBody>
          <a:bodyPr/>
          <a:lstStyle/>
          <a:p>
            <a:r>
              <a:rPr lang="en-US" dirty="0"/>
              <a:t>Syntax comparison with code examples</a:t>
            </a:r>
          </a:p>
        </p:txBody>
      </p:sp>
      <p:sp>
        <p:nvSpPr>
          <p:cNvPr id="6" name="Text Placeholder 5">
            <a:extLst>
              <a:ext uri="{FF2B5EF4-FFF2-40B4-BE49-F238E27FC236}">
                <a16:creationId xmlns:a16="http://schemas.microsoft.com/office/drawing/2014/main" id="{9F137680-D5FB-2A6C-46C6-8BBDF83BD2F0}"/>
              </a:ext>
            </a:extLst>
          </p:cNvPr>
          <p:cNvSpPr>
            <a:spLocks noGrp="1"/>
          </p:cNvSpPr>
          <p:nvPr>
            <p:ph type="body" idx="1"/>
          </p:nvPr>
        </p:nvSpPr>
        <p:spPr>
          <a:xfrm>
            <a:off x="252442" y="1999572"/>
            <a:ext cx="5007110" cy="814387"/>
          </a:xfrm>
        </p:spPr>
        <p:txBody>
          <a:bodyPr/>
          <a:lstStyle/>
          <a:p>
            <a:r>
              <a:rPr lang="en-US" dirty="0"/>
              <a:t>C#</a:t>
            </a:r>
          </a:p>
        </p:txBody>
      </p:sp>
      <p:sp>
        <p:nvSpPr>
          <p:cNvPr id="7" name="Content Placeholder 6">
            <a:extLst>
              <a:ext uri="{FF2B5EF4-FFF2-40B4-BE49-F238E27FC236}">
                <a16:creationId xmlns:a16="http://schemas.microsoft.com/office/drawing/2014/main" id="{C356D60E-2228-FB18-2E56-99903739C0D4}"/>
              </a:ext>
            </a:extLst>
          </p:cNvPr>
          <p:cNvSpPr>
            <a:spLocks noGrp="1"/>
          </p:cNvSpPr>
          <p:nvPr>
            <p:ph sz="half" idx="2"/>
          </p:nvPr>
        </p:nvSpPr>
        <p:spPr>
          <a:xfrm>
            <a:off x="252442" y="2813959"/>
            <a:ext cx="5604731" cy="3243942"/>
          </a:xfrm>
        </p:spPr>
        <p:txBody>
          <a:bodyPr>
            <a:normAutofit fontScale="92500" lnSpcReduction="20000"/>
          </a:bodyPr>
          <a:lstStyle/>
          <a:p>
            <a:pPr marL="0" indent="0">
              <a:buNone/>
            </a:pPr>
            <a:r>
              <a:rPr lang="en-US" dirty="0">
                <a:latin typeface="Hack" panose="020B0609030202020204" pitchFamily="49" charset="0"/>
                <a:ea typeface="Hack" panose="020B0609030202020204" pitchFamily="49" charset="0"/>
                <a:cs typeface="Hack" panose="020B0609030202020204" pitchFamily="49" charset="0"/>
              </a:rPr>
              <a:t>int number = 10;</a:t>
            </a:r>
          </a:p>
          <a:p>
            <a:pPr marL="0" indent="0">
              <a:buNone/>
            </a:pPr>
            <a:r>
              <a:rPr lang="en-US" dirty="0">
                <a:latin typeface="Hack" panose="020B0609030202020204" pitchFamily="49" charset="0"/>
                <a:ea typeface="Hack" panose="020B0609030202020204" pitchFamily="49" charset="0"/>
                <a:cs typeface="Hack" panose="020B0609030202020204" pitchFamily="49" charset="0"/>
              </a:rPr>
              <a:t>if (number &gt; 5) {</a:t>
            </a:r>
          </a:p>
          <a:p>
            <a:pPr marL="0" indent="0">
              <a:buNone/>
            </a:pPr>
            <a:r>
              <a:rPr lang="en-US" dirty="0">
                <a:latin typeface="Hack" panose="020B0609030202020204" pitchFamily="49" charset="0"/>
                <a:ea typeface="Hack" panose="020B0609030202020204" pitchFamily="49" charset="0"/>
                <a:cs typeface="Hack" panose="020B0609030202020204" pitchFamily="49" charset="0"/>
              </a:rPr>
              <a:t>    </a:t>
            </a:r>
            <a:r>
              <a:rPr lang="en-US" dirty="0" err="1">
                <a:latin typeface="Hack" panose="020B0609030202020204" pitchFamily="49" charset="0"/>
                <a:ea typeface="Hack" panose="020B0609030202020204" pitchFamily="49" charset="0"/>
                <a:cs typeface="Hack" panose="020B0609030202020204" pitchFamily="49" charset="0"/>
              </a:rPr>
              <a:t>Console.WriteLine</a:t>
            </a:r>
            <a:r>
              <a:rPr lang="en-US" dirty="0">
                <a:latin typeface="Hack" panose="020B0609030202020204" pitchFamily="49" charset="0"/>
                <a:ea typeface="Hack" panose="020B0609030202020204" pitchFamily="49" charset="0"/>
                <a:cs typeface="Hack" panose="020B0609030202020204" pitchFamily="49" charset="0"/>
              </a:rPr>
              <a:t>("Number is greater than 5");</a:t>
            </a:r>
          </a:p>
          <a:p>
            <a:pPr marL="0" indent="0">
              <a:buNone/>
            </a:pPr>
            <a:r>
              <a:rPr lang="en-US" dirty="0">
                <a:latin typeface="Hack" panose="020B0609030202020204" pitchFamily="49" charset="0"/>
                <a:ea typeface="Hack" panose="020B0609030202020204" pitchFamily="49" charset="0"/>
                <a:cs typeface="Hack" panose="020B0609030202020204" pitchFamily="49" charset="0"/>
              </a:rPr>
              <a:t>} else {</a:t>
            </a:r>
          </a:p>
          <a:p>
            <a:pPr marL="0" indent="0">
              <a:buNone/>
            </a:pPr>
            <a:r>
              <a:rPr lang="en-US" dirty="0">
                <a:latin typeface="Hack" panose="020B0609030202020204" pitchFamily="49" charset="0"/>
                <a:ea typeface="Hack" panose="020B0609030202020204" pitchFamily="49" charset="0"/>
                <a:cs typeface="Hack" panose="020B0609030202020204" pitchFamily="49" charset="0"/>
              </a:rPr>
              <a:t>    </a:t>
            </a:r>
            <a:r>
              <a:rPr lang="en-US" dirty="0" err="1">
                <a:latin typeface="Hack" panose="020B0609030202020204" pitchFamily="49" charset="0"/>
                <a:ea typeface="Hack" panose="020B0609030202020204" pitchFamily="49" charset="0"/>
                <a:cs typeface="Hack" panose="020B0609030202020204" pitchFamily="49" charset="0"/>
              </a:rPr>
              <a:t>Console.WriteLine</a:t>
            </a:r>
            <a:r>
              <a:rPr lang="en-US" dirty="0">
                <a:latin typeface="Hack" panose="020B0609030202020204" pitchFamily="49" charset="0"/>
                <a:ea typeface="Hack" panose="020B0609030202020204" pitchFamily="49" charset="0"/>
                <a:cs typeface="Hack" panose="020B0609030202020204" pitchFamily="49" charset="0"/>
              </a:rPr>
              <a:t>("Number is 5 or less");</a:t>
            </a:r>
          </a:p>
          <a:p>
            <a:pPr marL="0" indent="0">
              <a:buNone/>
            </a:pPr>
            <a:r>
              <a:rPr lang="en-US" dirty="0">
                <a:latin typeface="Hack" panose="020B0609030202020204" pitchFamily="49" charset="0"/>
                <a:ea typeface="Hack" panose="020B0609030202020204" pitchFamily="49" charset="0"/>
                <a:cs typeface="Hack" panose="020B0609030202020204" pitchFamily="49" charset="0"/>
              </a:rPr>
              <a:t>}</a:t>
            </a:r>
          </a:p>
          <a:p>
            <a:pPr marL="0" indent="0">
              <a:buNone/>
            </a:pPr>
            <a:endParaRPr lang="en-US" dirty="0">
              <a:latin typeface="Hack" panose="020B0609030202020204" pitchFamily="49" charset="0"/>
              <a:ea typeface="Hack" panose="020B0609030202020204" pitchFamily="49" charset="0"/>
              <a:cs typeface="Hack" panose="020B0609030202020204" pitchFamily="49" charset="0"/>
            </a:endParaRPr>
          </a:p>
        </p:txBody>
      </p:sp>
      <p:sp>
        <p:nvSpPr>
          <p:cNvPr id="8" name="Text Placeholder 7">
            <a:extLst>
              <a:ext uri="{FF2B5EF4-FFF2-40B4-BE49-F238E27FC236}">
                <a16:creationId xmlns:a16="http://schemas.microsoft.com/office/drawing/2014/main" id="{D76319C9-B87F-FFC0-4AB6-48EE9FFA4B06}"/>
              </a:ext>
            </a:extLst>
          </p:cNvPr>
          <p:cNvSpPr>
            <a:spLocks noGrp="1"/>
          </p:cNvSpPr>
          <p:nvPr>
            <p:ph type="body" sz="quarter" idx="3"/>
          </p:nvPr>
        </p:nvSpPr>
        <p:spPr/>
        <p:txBody>
          <a:bodyPr/>
          <a:lstStyle/>
          <a:p>
            <a:r>
              <a:rPr lang="en-US" dirty="0"/>
              <a:t>Rust</a:t>
            </a:r>
          </a:p>
        </p:txBody>
      </p:sp>
      <p:sp>
        <p:nvSpPr>
          <p:cNvPr id="9" name="Content Placeholder 8">
            <a:extLst>
              <a:ext uri="{FF2B5EF4-FFF2-40B4-BE49-F238E27FC236}">
                <a16:creationId xmlns:a16="http://schemas.microsoft.com/office/drawing/2014/main" id="{F69E2076-F46C-E6E4-279A-05EADC17454F}"/>
              </a:ext>
            </a:extLst>
          </p:cNvPr>
          <p:cNvSpPr>
            <a:spLocks noGrp="1"/>
          </p:cNvSpPr>
          <p:nvPr>
            <p:ph sz="quarter" idx="4"/>
          </p:nvPr>
        </p:nvSpPr>
        <p:spPr>
          <a:xfrm>
            <a:off x="6249255" y="2813959"/>
            <a:ext cx="5783800" cy="3243942"/>
          </a:xfrm>
        </p:spPr>
        <p:txBody>
          <a:bodyPr>
            <a:normAutofit fontScale="92500" lnSpcReduction="20000"/>
          </a:bodyPr>
          <a:lstStyle/>
          <a:p>
            <a:pPr marL="0" indent="0">
              <a:buNone/>
            </a:pPr>
            <a:r>
              <a:rPr lang="en-US" dirty="0">
                <a:latin typeface="Hack" panose="020B0609030202020204" pitchFamily="49" charset="0"/>
                <a:ea typeface="Hack" panose="020B0609030202020204" pitchFamily="49" charset="0"/>
                <a:cs typeface="Hack" panose="020B0609030202020204" pitchFamily="49" charset="0"/>
              </a:rPr>
              <a:t>let number = 10;</a:t>
            </a:r>
          </a:p>
          <a:p>
            <a:pPr marL="0" indent="0">
              <a:buNone/>
            </a:pPr>
            <a:r>
              <a:rPr lang="en-US" dirty="0">
                <a:latin typeface="Hack" panose="020B0609030202020204" pitchFamily="49" charset="0"/>
                <a:ea typeface="Hack" panose="020B0609030202020204" pitchFamily="49" charset="0"/>
                <a:cs typeface="Hack" panose="020B0609030202020204" pitchFamily="49" charset="0"/>
              </a:rPr>
              <a:t>if number &gt; 5 {</a:t>
            </a:r>
          </a:p>
          <a:p>
            <a:pPr marL="0" indent="0">
              <a:buNone/>
            </a:pPr>
            <a:r>
              <a:rPr lang="en-US" dirty="0">
                <a:latin typeface="Hack" panose="020B0609030202020204" pitchFamily="49" charset="0"/>
                <a:ea typeface="Hack" panose="020B0609030202020204" pitchFamily="49" charset="0"/>
                <a:cs typeface="Hack" panose="020B0609030202020204" pitchFamily="49" charset="0"/>
              </a:rPr>
              <a:t>    </a:t>
            </a:r>
            <a:r>
              <a:rPr lang="en-US" dirty="0" err="1">
                <a:latin typeface="Hack" panose="020B0609030202020204" pitchFamily="49" charset="0"/>
                <a:ea typeface="Hack" panose="020B0609030202020204" pitchFamily="49" charset="0"/>
                <a:cs typeface="Hack" panose="020B0609030202020204" pitchFamily="49" charset="0"/>
              </a:rPr>
              <a:t>println</a:t>
            </a:r>
            <a:r>
              <a:rPr lang="en-US" dirty="0">
                <a:latin typeface="Hack" panose="020B0609030202020204" pitchFamily="49" charset="0"/>
                <a:ea typeface="Hack" panose="020B0609030202020204" pitchFamily="49" charset="0"/>
                <a:cs typeface="Hack" panose="020B0609030202020204" pitchFamily="49" charset="0"/>
              </a:rPr>
              <a:t>!("Number is greater than 5");</a:t>
            </a:r>
          </a:p>
          <a:p>
            <a:pPr marL="0" indent="0">
              <a:buNone/>
            </a:pPr>
            <a:r>
              <a:rPr lang="en-US" dirty="0">
                <a:latin typeface="Hack" panose="020B0609030202020204" pitchFamily="49" charset="0"/>
                <a:ea typeface="Hack" panose="020B0609030202020204" pitchFamily="49" charset="0"/>
                <a:cs typeface="Hack" panose="020B0609030202020204" pitchFamily="49" charset="0"/>
              </a:rPr>
              <a:t>} else {</a:t>
            </a:r>
          </a:p>
          <a:p>
            <a:pPr marL="0" indent="0">
              <a:buNone/>
            </a:pPr>
            <a:r>
              <a:rPr lang="en-US" dirty="0">
                <a:latin typeface="Hack" panose="020B0609030202020204" pitchFamily="49" charset="0"/>
                <a:ea typeface="Hack" panose="020B0609030202020204" pitchFamily="49" charset="0"/>
                <a:cs typeface="Hack" panose="020B0609030202020204" pitchFamily="49" charset="0"/>
              </a:rPr>
              <a:t>    </a:t>
            </a:r>
            <a:r>
              <a:rPr lang="en-US" dirty="0" err="1">
                <a:latin typeface="Hack" panose="020B0609030202020204" pitchFamily="49" charset="0"/>
                <a:ea typeface="Hack" panose="020B0609030202020204" pitchFamily="49" charset="0"/>
                <a:cs typeface="Hack" panose="020B0609030202020204" pitchFamily="49" charset="0"/>
              </a:rPr>
              <a:t>println</a:t>
            </a:r>
            <a:r>
              <a:rPr lang="en-US" dirty="0">
                <a:latin typeface="Hack" panose="020B0609030202020204" pitchFamily="49" charset="0"/>
                <a:ea typeface="Hack" panose="020B0609030202020204" pitchFamily="49" charset="0"/>
                <a:cs typeface="Hack" panose="020B0609030202020204" pitchFamily="49" charset="0"/>
              </a:rPr>
              <a:t>!("Number is 5 or less");</a:t>
            </a:r>
          </a:p>
          <a:p>
            <a:pPr marL="0" indent="0">
              <a:buNone/>
            </a:pPr>
            <a:r>
              <a:rPr lang="en-US" dirty="0">
                <a:latin typeface="Hack" panose="020B0609030202020204" pitchFamily="49" charset="0"/>
                <a:ea typeface="Hack" panose="020B0609030202020204" pitchFamily="49" charset="0"/>
                <a:cs typeface="Hack" panose="020B0609030202020204" pitchFamily="49" charset="0"/>
              </a:rPr>
              <a:t>}</a:t>
            </a:r>
          </a:p>
          <a:p>
            <a:pPr marL="0" indent="0">
              <a:buNone/>
            </a:pPr>
            <a:endParaRPr lang="en-US" dirty="0">
              <a:latin typeface="Hack" panose="020B0609030202020204" pitchFamily="49" charset="0"/>
              <a:ea typeface="Hack" panose="020B0609030202020204" pitchFamily="49" charset="0"/>
              <a:cs typeface="Hack" panose="020B0609030202020204" pitchFamily="49" charset="0"/>
            </a:endParaRPr>
          </a:p>
        </p:txBody>
      </p:sp>
      <p:sp>
        <p:nvSpPr>
          <p:cNvPr id="3" name="TextBox 2">
            <a:extLst>
              <a:ext uri="{FF2B5EF4-FFF2-40B4-BE49-F238E27FC236}">
                <a16:creationId xmlns:a16="http://schemas.microsoft.com/office/drawing/2014/main" id="{B0FC25FC-FE91-4E4F-C188-E832555749FE}"/>
              </a:ext>
            </a:extLst>
          </p:cNvPr>
          <p:cNvSpPr txBox="1"/>
          <p:nvPr/>
        </p:nvSpPr>
        <p:spPr>
          <a:xfrm>
            <a:off x="7940379" y="6286045"/>
            <a:ext cx="3340645" cy="400110"/>
          </a:xfrm>
          <a:prstGeom prst="rect">
            <a:avLst/>
          </a:prstGeom>
          <a:noFill/>
        </p:spPr>
        <p:txBody>
          <a:bodyPr wrap="square">
            <a:spAutoFit/>
          </a:bodyPr>
          <a:lstStyle/>
          <a:p>
            <a:pPr algn="r"/>
            <a:r>
              <a:rPr lang="en-US" sz="2000" b="1" dirty="0"/>
              <a:t>Conditionals</a:t>
            </a:r>
          </a:p>
        </p:txBody>
      </p:sp>
    </p:spTree>
    <p:extLst>
      <p:ext uri="{BB962C8B-B14F-4D97-AF65-F5344CB8AC3E}">
        <p14:creationId xmlns:p14="http://schemas.microsoft.com/office/powerpoint/2010/main" val="132035210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8948FD-4A3B-0137-7FA8-6955EFFE74A8}"/>
              </a:ext>
            </a:extLst>
          </p:cNvPr>
          <p:cNvSpPr>
            <a:spLocks noGrp="1"/>
          </p:cNvSpPr>
          <p:nvPr>
            <p:ph type="title"/>
          </p:nvPr>
        </p:nvSpPr>
        <p:spPr/>
        <p:txBody>
          <a:bodyPr/>
          <a:lstStyle/>
          <a:p>
            <a:r>
              <a:rPr lang="en-US" dirty="0"/>
              <a:t>Syntax comparison with code examples</a:t>
            </a:r>
          </a:p>
        </p:txBody>
      </p:sp>
      <p:sp>
        <p:nvSpPr>
          <p:cNvPr id="6" name="Text Placeholder 5">
            <a:extLst>
              <a:ext uri="{FF2B5EF4-FFF2-40B4-BE49-F238E27FC236}">
                <a16:creationId xmlns:a16="http://schemas.microsoft.com/office/drawing/2014/main" id="{9F137680-D5FB-2A6C-46C6-8BBDF83BD2F0}"/>
              </a:ext>
            </a:extLst>
          </p:cNvPr>
          <p:cNvSpPr>
            <a:spLocks noGrp="1"/>
          </p:cNvSpPr>
          <p:nvPr>
            <p:ph type="body" idx="1"/>
          </p:nvPr>
        </p:nvSpPr>
        <p:spPr>
          <a:xfrm>
            <a:off x="218783" y="2002549"/>
            <a:ext cx="5007110" cy="814387"/>
          </a:xfrm>
        </p:spPr>
        <p:txBody>
          <a:bodyPr/>
          <a:lstStyle/>
          <a:p>
            <a:r>
              <a:rPr lang="en-US" dirty="0"/>
              <a:t>C#</a:t>
            </a:r>
          </a:p>
        </p:txBody>
      </p:sp>
      <p:sp>
        <p:nvSpPr>
          <p:cNvPr id="7" name="Content Placeholder 6">
            <a:extLst>
              <a:ext uri="{FF2B5EF4-FFF2-40B4-BE49-F238E27FC236}">
                <a16:creationId xmlns:a16="http://schemas.microsoft.com/office/drawing/2014/main" id="{C356D60E-2228-FB18-2E56-99903739C0D4}"/>
              </a:ext>
            </a:extLst>
          </p:cNvPr>
          <p:cNvSpPr>
            <a:spLocks noGrp="1"/>
          </p:cNvSpPr>
          <p:nvPr>
            <p:ph sz="half" idx="2"/>
          </p:nvPr>
        </p:nvSpPr>
        <p:spPr>
          <a:xfrm>
            <a:off x="218783" y="2813959"/>
            <a:ext cx="5638390" cy="3243942"/>
          </a:xfrm>
        </p:spPr>
        <p:txBody>
          <a:bodyPr>
            <a:normAutofit fontScale="70000" lnSpcReduction="20000"/>
          </a:bodyPr>
          <a:lstStyle/>
          <a:p>
            <a:pPr marL="0" indent="0">
              <a:buNone/>
            </a:pPr>
            <a:r>
              <a:rPr lang="en-US" dirty="0">
                <a:latin typeface="Hack" panose="020B0609030202020204" pitchFamily="49" charset="0"/>
                <a:ea typeface="Hack" panose="020B0609030202020204" pitchFamily="49" charset="0"/>
                <a:cs typeface="Hack" panose="020B0609030202020204" pitchFamily="49" charset="0"/>
              </a:rPr>
              <a:t>for (int </a:t>
            </a:r>
            <a:r>
              <a:rPr lang="en-US" dirty="0" err="1">
                <a:latin typeface="Hack" panose="020B0609030202020204" pitchFamily="49" charset="0"/>
                <a:ea typeface="Hack" panose="020B0609030202020204" pitchFamily="49" charset="0"/>
                <a:cs typeface="Hack" panose="020B0609030202020204" pitchFamily="49" charset="0"/>
              </a:rPr>
              <a:t>i</a:t>
            </a:r>
            <a:r>
              <a:rPr lang="en-US" dirty="0">
                <a:latin typeface="Hack" panose="020B0609030202020204" pitchFamily="49" charset="0"/>
                <a:ea typeface="Hack" panose="020B0609030202020204" pitchFamily="49" charset="0"/>
                <a:cs typeface="Hack" panose="020B0609030202020204" pitchFamily="49" charset="0"/>
              </a:rPr>
              <a:t> = 0; </a:t>
            </a:r>
            <a:r>
              <a:rPr lang="en-US" dirty="0" err="1">
                <a:latin typeface="Hack" panose="020B0609030202020204" pitchFamily="49" charset="0"/>
                <a:ea typeface="Hack" panose="020B0609030202020204" pitchFamily="49" charset="0"/>
                <a:cs typeface="Hack" panose="020B0609030202020204" pitchFamily="49" charset="0"/>
              </a:rPr>
              <a:t>i</a:t>
            </a:r>
            <a:r>
              <a:rPr lang="en-US" dirty="0">
                <a:latin typeface="Hack" panose="020B0609030202020204" pitchFamily="49" charset="0"/>
                <a:ea typeface="Hack" panose="020B0609030202020204" pitchFamily="49" charset="0"/>
                <a:cs typeface="Hack" panose="020B0609030202020204" pitchFamily="49" charset="0"/>
              </a:rPr>
              <a:t> &lt; 5; </a:t>
            </a:r>
            <a:r>
              <a:rPr lang="en-US" dirty="0" err="1">
                <a:latin typeface="Hack" panose="020B0609030202020204" pitchFamily="49" charset="0"/>
                <a:ea typeface="Hack" panose="020B0609030202020204" pitchFamily="49" charset="0"/>
                <a:cs typeface="Hack" panose="020B0609030202020204" pitchFamily="49" charset="0"/>
              </a:rPr>
              <a:t>i</a:t>
            </a:r>
            <a:r>
              <a:rPr lang="en-US" dirty="0">
                <a:latin typeface="Hack" panose="020B0609030202020204" pitchFamily="49" charset="0"/>
                <a:ea typeface="Hack" panose="020B0609030202020204" pitchFamily="49" charset="0"/>
                <a:cs typeface="Hack" panose="020B0609030202020204" pitchFamily="49" charset="0"/>
              </a:rPr>
              <a:t>++) {</a:t>
            </a:r>
          </a:p>
          <a:p>
            <a:pPr marL="0" indent="0">
              <a:buNone/>
            </a:pPr>
            <a:r>
              <a:rPr lang="en-US" dirty="0">
                <a:latin typeface="Hack" panose="020B0609030202020204" pitchFamily="49" charset="0"/>
                <a:ea typeface="Hack" panose="020B0609030202020204" pitchFamily="49" charset="0"/>
                <a:cs typeface="Hack" panose="020B0609030202020204" pitchFamily="49" charset="0"/>
              </a:rPr>
              <a:t>    </a:t>
            </a:r>
            <a:r>
              <a:rPr lang="en-US" dirty="0" err="1">
                <a:latin typeface="Hack" panose="020B0609030202020204" pitchFamily="49" charset="0"/>
                <a:ea typeface="Hack" panose="020B0609030202020204" pitchFamily="49" charset="0"/>
                <a:cs typeface="Hack" panose="020B0609030202020204" pitchFamily="49" charset="0"/>
              </a:rPr>
              <a:t>Console.WriteLine</a:t>
            </a:r>
            <a:r>
              <a:rPr lang="en-US" dirty="0">
                <a:latin typeface="Hack" panose="020B0609030202020204" pitchFamily="49" charset="0"/>
                <a:ea typeface="Hack" panose="020B0609030202020204" pitchFamily="49" charset="0"/>
                <a:cs typeface="Hack" panose="020B0609030202020204" pitchFamily="49" charset="0"/>
              </a:rPr>
              <a:t>($"Iteration {</a:t>
            </a:r>
            <a:r>
              <a:rPr lang="en-US" dirty="0" err="1">
                <a:latin typeface="Hack" panose="020B0609030202020204" pitchFamily="49" charset="0"/>
                <a:ea typeface="Hack" panose="020B0609030202020204" pitchFamily="49" charset="0"/>
                <a:cs typeface="Hack" panose="020B0609030202020204" pitchFamily="49" charset="0"/>
              </a:rPr>
              <a:t>i</a:t>
            </a:r>
            <a:r>
              <a:rPr lang="en-US" dirty="0">
                <a:latin typeface="Hack" panose="020B0609030202020204" pitchFamily="49" charset="0"/>
                <a:ea typeface="Hack" panose="020B0609030202020204" pitchFamily="49" charset="0"/>
                <a:cs typeface="Hack" panose="020B0609030202020204" pitchFamily="49" charset="0"/>
              </a:rPr>
              <a:t>}");</a:t>
            </a:r>
          </a:p>
          <a:p>
            <a:pPr marL="0" indent="0">
              <a:buNone/>
            </a:pPr>
            <a:r>
              <a:rPr lang="en-US" dirty="0">
                <a:latin typeface="Hack" panose="020B0609030202020204" pitchFamily="49" charset="0"/>
                <a:ea typeface="Hack" panose="020B0609030202020204" pitchFamily="49" charset="0"/>
                <a:cs typeface="Hack" panose="020B0609030202020204" pitchFamily="49" charset="0"/>
              </a:rPr>
              <a:t>}</a:t>
            </a:r>
          </a:p>
          <a:p>
            <a:pPr marL="0" indent="0">
              <a:buNone/>
            </a:pPr>
            <a:endParaRPr lang="en-US" dirty="0">
              <a:latin typeface="Hack" panose="020B0609030202020204" pitchFamily="49" charset="0"/>
              <a:ea typeface="Hack" panose="020B0609030202020204" pitchFamily="49" charset="0"/>
              <a:cs typeface="Hack" panose="020B0609030202020204" pitchFamily="49" charset="0"/>
            </a:endParaRPr>
          </a:p>
          <a:p>
            <a:pPr marL="0" indent="0">
              <a:buNone/>
            </a:pPr>
            <a:r>
              <a:rPr lang="en-US" dirty="0">
                <a:latin typeface="Hack" panose="020B0609030202020204" pitchFamily="49" charset="0"/>
                <a:ea typeface="Hack" panose="020B0609030202020204" pitchFamily="49" charset="0"/>
                <a:cs typeface="Hack" panose="020B0609030202020204" pitchFamily="49" charset="0"/>
              </a:rPr>
              <a:t>int count = 0;</a:t>
            </a:r>
          </a:p>
          <a:p>
            <a:pPr marL="0" indent="0">
              <a:buNone/>
            </a:pPr>
            <a:r>
              <a:rPr lang="en-US" dirty="0">
                <a:latin typeface="Hack" panose="020B0609030202020204" pitchFamily="49" charset="0"/>
                <a:ea typeface="Hack" panose="020B0609030202020204" pitchFamily="49" charset="0"/>
                <a:cs typeface="Hack" panose="020B0609030202020204" pitchFamily="49" charset="0"/>
              </a:rPr>
              <a:t>while (count &lt; 5) {</a:t>
            </a:r>
          </a:p>
          <a:p>
            <a:pPr marL="0" indent="0">
              <a:buNone/>
            </a:pPr>
            <a:r>
              <a:rPr lang="en-US" dirty="0">
                <a:latin typeface="Hack" panose="020B0609030202020204" pitchFamily="49" charset="0"/>
                <a:ea typeface="Hack" panose="020B0609030202020204" pitchFamily="49" charset="0"/>
                <a:cs typeface="Hack" panose="020B0609030202020204" pitchFamily="49" charset="0"/>
              </a:rPr>
              <a:t>    </a:t>
            </a:r>
            <a:r>
              <a:rPr lang="en-US" dirty="0" err="1">
                <a:latin typeface="Hack" panose="020B0609030202020204" pitchFamily="49" charset="0"/>
                <a:ea typeface="Hack" panose="020B0609030202020204" pitchFamily="49" charset="0"/>
                <a:cs typeface="Hack" panose="020B0609030202020204" pitchFamily="49" charset="0"/>
              </a:rPr>
              <a:t>Console.WriteLine</a:t>
            </a:r>
            <a:r>
              <a:rPr lang="en-US" dirty="0">
                <a:latin typeface="Hack" panose="020B0609030202020204" pitchFamily="49" charset="0"/>
                <a:ea typeface="Hack" panose="020B0609030202020204" pitchFamily="49" charset="0"/>
                <a:cs typeface="Hack" panose="020B0609030202020204" pitchFamily="49" charset="0"/>
              </a:rPr>
              <a:t>($"Count {count}");</a:t>
            </a:r>
          </a:p>
          <a:p>
            <a:pPr marL="0" indent="0">
              <a:buNone/>
            </a:pPr>
            <a:r>
              <a:rPr lang="en-US" dirty="0">
                <a:latin typeface="Hack" panose="020B0609030202020204" pitchFamily="49" charset="0"/>
                <a:ea typeface="Hack" panose="020B0609030202020204" pitchFamily="49" charset="0"/>
                <a:cs typeface="Hack" panose="020B0609030202020204" pitchFamily="49" charset="0"/>
              </a:rPr>
              <a:t>    count++;</a:t>
            </a:r>
          </a:p>
          <a:p>
            <a:pPr marL="0" indent="0">
              <a:buNone/>
            </a:pPr>
            <a:r>
              <a:rPr lang="en-US" dirty="0">
                <a:latin typeface="Hack" panose="020B0609030202020204" pitchFamily="49" charset="0"/>
                <a:ea typeface="Hack" panose="020B0609030202020204" pitchFamily="49" charset="0"/>
                <a:cs typeface="Hack" panose="020B0609030202020204" pitchFamily="49" charset="0"/>
              </a:rPr>
              <a:t>}</a:t>
            </a:r>
          </a:p>
        </p:txBody>
      </p:sp>
      <p:sp>
        <p:nvSpPr>
          <p:cNvPr id="8" name="Text Placeholder 7">
            <a:extLst>
              <a:ext uri="{FF2B5EF4-FFF2-40B4-BE49-F238E27FC236}">
                <a16:creationId xmlns:a16="http://schemas.microsoft.com/office/drawing/2014/main" id="{D76319C9-B87F-FFC0-4AB6-48EE9FFA4B06}"/>
              </a:ext>
            </a:extLst>
          </p:cNvPr>
          <p:cNvSpPr>
            <a:spLocks noGrp="1"/>
          </p:cNvSpPr>
          <p:nvPr>
            <p:ph type="body" sz="quarter" idx="3"/>
          </p:nvPr>
        </p:nvSpPr>
        <p:spPr/>
        <p:txBody>
          <a:bodyPr/>
          <a:lstStyle/>
          <a:p>
            <a:r>
              <a:rPr lang="en-US" dirty="0"/>
              <a:t>Rust</a:t>
            </a:r>
          </a:p>
        </p:txBody>
      </p:sp>
      <p:sp>
        <p:nvSpPr>
          <p:cNvPr id="9" name="Content Placeholder 8">
            <a:extLst>
              <a:ext uri="{FF2B5EF4-FFF2-40B4-BE49-F238E27FC236}">
                <a16:creationId xmlns:a16="http://schemas.microsoft.com/office/drawing/2014/main" id="{F69E2076-F46C-E6E4-279A-05EADC17454F}"/>
              </a:ext>
            </a:extLst>
          </p:cNvPr>
          <p:cNvSpPr>
            <a:spLocks noGrp="1"/>
          </p:cNvSpPr>
          <p:nvPr>
            <p:ph sz="quarter" idx="4"/>
          </p:nvPr>
        </p:nvSpPr>
        <p:spPr/>
        <p:txBody>
          <a:bodyPr>
            <a:normAutofit fontScale="70000" lnSpcReduction="20000"/>
          </a:bodyPr>
          <a:lstStyle/>
          <a:p>
            <a:pPr marL="0" indent="0">
              <a:buNone/>
            </a:pPr>
            <a:r>
              <a:rPr lang="en-US" dirty="0">
                <a:latin typeface="Hack" panose="020B0609030202020204" pitchFamily="49" charset="0"/>
                <a:ea typeface="Hack" panose="020B0609030202020204" pitchFamily="49" charset="0"/>
                <a:cs typeface="Hack" panose="020B0609030202020204" pitchFamily="49" charset="0"/>
              </a:rPr>
              <a:t>for </a:t>
            </a:r>
            <a:r>
              <a:rPr lang="en-US" dirty="0" err="1">
                <a:latin typeface="Hack" panose="020B0609030202020204" pitchFamily="49" charset="0"/>
                <a:ea typeface="Hack" panose="020B0609030202020204" pitchFamily="49" charset="0"/>
                <a:cs typeface="Hack" panose="020B0609030202020204" pitchFamily="49" charset="0"/>
              </a:rPr>
              <a:t>i</a:t>
            </a:r>
            <a:r>
              <a:rPr lang="en-US" dirty="0">
                <a:latin typeface="Hack" panose="020B0609030202020204" pitchFamily="49" charset="0"/>
                <a:ea typeface="Hack" panose="020B0609030202020204" pitchFamily="49" charset="0"/>
                <a:cs typeface="Hack" panose="020B0609030202020204" pitchFamily="49" charset="0"/>
              </a:rPr>
              <a:t> in 0..5 {</a:t>
            </a:r>
          </a:p>
          <a:p>
            <a:pPr marL="0" indent="0">
              <a:buNone/>
            </a:pPr>
            <a:r>
              <a:rPr lang="en-US" dirty="0">
                <a:latin typeface="Hack" panose="020B0609030202020204" pitchFamily="49" charset="0"/>
                <a:ea typeface="Hack" panose="020B0609030202020204" pitchFamily="49" charset="0"/>
                <a:cs typeface="Hack" panose="020B0609030202020204" pitchFamily="49" charset="0"/>
              </a:rPr>
              <a:t>    </a:t>
            </a:r>
            <a:r>
              <a:rPr lang="en-US" dirty="0" err="1">
                <a:latin typeface="Hack" panose="020B0609030202020204" pitchFamily="49" charset="0"/>
                <a:ea typeface="Hack" panose="020B0609030202020204" pitchFamily="49" charset="0"/>
                <a:cs typeface="Hack" panose="020B0609030202020204" pitchFamily="49" charset="0"/>
              </a:rPr>
              <a:t>println</a:t>
            </a:r>
            <a:r>
              <a:rPr lang="en-US" dirty="0">
                <a:latin typeface="Hack" panose="020B0609030202020204" pitchFamily="49" charset="0"/>
                <a:ea typeface="Hack" panose="020B0609030202020204" pitchFamily="49" charset="0"/>
                <a:cs typeface="Hack" panose="020B0609030202020204" pitchFamily="49" charset="0"/>
              </a:rPr>
              <a:t>!("Iteration {}", </a:t>
            </a:r>
            <a:r>
              <a:rPr lang="en-US" dirty="0" err="1">
                <a:latin typeface="Hack" panose="020B0609030202020204" pitchFamily="49" charset="0"/>
                <a:ea typeface="Hack" panose="020B0609030202020204" pitchFamily="49" charset="0"/>
                <a:cs typeface="Hack" panose="020B0609030202020204" pitchFamily="49" charset="0"/>
              </a:rPr>
              <a:t>i</a:t>
            </a:r>
            <a:r>
              <a:rPr lang="en-US" dirty="0">
                <a:latin typeface="Hack" panose="020B0609030202020204" pitchFamily="49" charset="0"/>
                <a:ea typeface="Hack" panose="020B0609030202020204" pitchFamily="49" charset="0"/>
                <a:cs typeface="Hack" panose="020B0609030202020204" pitchFamily="49" charset="0"/>
              </a:rPr>
              <a:t>);</a:t>
            </a:r>
          </a:p>
          <a:p>
            <a:pPr marL="0" indent="0">
              <a:buNone/>
            </a:pPr>
            <a:r>
              <a:rPr lang="en-US" dirty="0">
                <a:latin typeface="Hack" panose="020B0609030202020204" pitchFamily="49" charset="0"/>
                <a:ea typeface="Hack" panose="020B0609030202020204" pitchFamily="49" charset="0"/>
                <a:cs typeface="Hack" panose="020B0609030202020204" pitchFamily="49" charset="0"/>
              </a:rPr>
              <a:t>}</a:t>
            </a:r>
          </a:p>
          <a:p>
            <a:pPr marL="0" indent="0">
              <a:buNone/>
            </a:pPr>
            <a:endParaRPr lang="en-US" dirty="0">
              <a:latin typeface="Hack" panose="020B0609030202020204" pitchFamily="49" charset="0"/>
              <a:ea typeface="Hack" panose="020B0609030202020204" pitchFamily="49" charset="0"/>
              <a:cs typeface="Hack" panose="020B0609030202020204" pitchFamily="49" charset="0"/>
            </a:endParaRPr>
          </a:p>
          <a:p>
            <a:pPr marL="0" indent="0">
              <a:buNone/>
            </a:pPr>
            <a:r>
              <a:rPr lang="en-US" dirty="0">
                <a:latin typeface="Hack" panose="020B0609030202020204" pitchFamily="49" charset="0"/>
                <a:ea typeface="Hack" panose="020B0609030202020204" pitchFamily="49" charset="0"/>
                <a:cs typeface="Hack" panose="020B0609030202020204" pitchFamily="49" charset="0"/>
              </a:rPr>
              <a:t>let mut count = 0;</a:t>
            </a:r>
          </a:p>
          <a:p>
            <a:pPr marL="0" indent="0">
              <a:buNone/>
            </a:pPr>
            <a:r>
              <a:rPr lang="en-US" dirty="0">
                <a:latin typeface="Hack" panose="020B0609030202020204" pitchFamily="49" charset="0"/>
                <a:ea typeface="Hack" panose="020B0609030202020204" pitchFamily="49" charset="0"/>
                <a:cs typeface="Hack" panose="020B0609030202020204" pitchFamily="49" charset="0"/>
              </a:rPr>
              <a:t>while count &lt; 5 {</a:t>
            </a:r>
          </a:p>
          <a:p>
            <a:pPr marL="0" indent="0">
              <a:buNone/>
            </a:pPr>
            <a:r>
              <a:rPr lang="en-US" dirty="0">
                <a:latin typeface="Hack" panose="020B0609030202020204" pitchFamily="49" charset="0"/>
                <a:ea typeface="Hack" panose="020B0609030202020204" pitchFamily="49" charset="0"/>
                <a:cs typeface="Hack" panose="020B0609030202020204" pitchFamily="49" charset="0"/>
              </a:rPr>
              <a:t>    </a:t>
            </a:r>
            <a:r>
              <a:rPr lang="en-US" dirty="0" err="1">
                <a:latin typeface="Hack" panose="020B0609030202020204" pitchFamily="49" charset="0"/>
                <a:ea typeface="Hack" panose="020B0609030202020204" pitchFamily="49" charset="0"/>
                <a:cs typeface="Hack" panose="020B0609030202020204" pitchFamily="49" charset="0"/>
              </a:rPr>
              <a:t>println</a:t>
            </a:r>
            <a:r>
              <a:rPr lang="en-US" dirty="0">
                <a:latin typeface="Hack" panose="020B0609030202020204" pitchFamily="49" charset="0"/>
                <a:ea typeface="Hack" panose="020B0609030202020204" pitchFamily="49" charset="0"/>
                <a:cs typeface="Hack" panose="020B0609030202020204" pitchFamily="49" charset="0"/>
              </a:rPr>
              <a:t>!("Count {}", count);</a:t>
            </a:r>
          </a:p>
          <a:p>
            <a:pPr marL="0" indent="0">
              <a:buNone/>
            </a:pPr>
            <a:r>
              <a:rPr lang="en-US" dirty="0">
                <a:latin typeface="Hack" panose="020B0609030202020204" pitchFamily="49" charset="0"/>
                <a:ea typeface="Hack" panose="020B0609030202020204" pitchFamily="49" charset="0"/>
                <a:cs typeface="Hack" panose="020B0609030202020204" pitchFamily="49" charset="0"/>
              </a:rPr>
              <a:t>    count += 1;</a:t>
            </a:r>
          </a:p>
          <a:p>
            <a:pPr marL="0" indent="0">
              <a:buNone/>
            </a:pPr>
            <a:r>
              <a:rPr lang="en-US" dirty="0">
                <a:latin typeface="Hack" panose="020B0609030202020204" pitchFamily="49" charset="0"/>
                <a:ea typeface="Hack" panose="020B0609030202020204" pitchFamily="49" charset="0"/>
                <a:cs typeface="Hack" panose="020B0609030202020204" pitchFamily="49" charset="0"/>
              </a:rPr>
              <a:t>}</a:t>
            </a:r>
          </a:p>
        </p:txBody>
      </p:sp>
      <p:sp>
        <p:nvSpPr>
          <p:cNvPr id="3" name="TextBox 2">
            <a:extLst>
              <a:ext uri="{FF2B5EF4-FFF2-40B4-BE49-F238E27FC236}">
                <a16:creationId xmlns:a16="http://schemas.microsoft.com/office/drawing/2014/main" id="{9385E9B9-6224-4F0E-C49E-75D363A090C1}"/>
              </a:ext>
            </a:extLst>
          </p:cNvPr>
          <p:cNvSpPr txBox="1"/>
          <p:nvPr/>
        </p:nvSpPr>
        <p:spPr>
          <a:xfrm>
            <a:off x="7940379" y="6286045"/>
            <a:ext cx="3340645" cy="400110"/>
          </a:xfrm>
          <a:prstGeom prst="rect">
            <a:avLst/>
          </a:prstGeom>
          <a:noFill/>
        </p:spPr>
        <p:txBody>
          <a:bodyPr wrap="square">
            <a:spAutoFit/>
          </a:bodyPr>
          <a:lstStyle/>
          <a:p>
            <a:pPr algn="r"/>
            <a:r>
              <a:rPr lang="en-US" sz="2000" b="1" dirty="0"/>
              <a:t>Loops</a:t>
            </a:r>
          </a:p>
        </p:txBody>
      </p:sp>
    </p:spTree>
    <p:extLst>
      <p:ext uri="{BB962C8B-B14F-4D97-AF65-F5344CB8AC3E}">
        <p14:creationId xmlns:p14="http://schemas.microsoft.com/office/powerpoint/2010/main" val="263812473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8948FD-4A3B-0137-7FA8-6955EFFE74A8}"/>
              </a:ext>
            </a:extLst>
          </p:cNvPr>
          <p:cNvSpPr>
            <a:spLocks noGrp="1"/>
          </p:cNvSpPr>
          <p:nvPr>
            <p:ph type="title"/>
          </p:nvPr>
        </p:nvSpPr>
        <p:spPr/>
        <p:txBody>
          <a:bodyPr/>
          <a:lstStyle/>
          <a:p>
            <a:r>
              <a:rPr lang="en-US" dirty="0"/>
              <a:t>Syntax comparison with code examples</a:t>
            </a:r>
          </a:p>
        </p:txBody>
      </p:sp>
      <p:sp>
        <p:nvSpPr>
          <p:cNvPr id="6" name="Text Placeholder 5">
            <a:extLst>
              <a:ext uri="{FF2B5EF4-FFF2-40B4-BE49-F238E27FC236}">
                <a16:creationId xmlns:a16="http://schemas.microsoft.com/office/drawing/2014/main" id="{9F137680-D5FB-2A6C-46C6-8BBDF83BD2F0}"/>
              </a:ext>
            </a:extLst>
          </p:cNvPr>
          <p:cNvSpPr>
            <a:spLocks noGrp="1"/>
          </p:cNvSpPr>
          <p:nvPr>
            <p:ph type="body" idx="1"/>
          </p:nvPr>
        </p:nvSpPr>
        <p:spPr>
          <a:xfrm>
            <a:off x="233456" y="1965973"/>
            <a:ext cx="5007110" cy="814387"/>
          </a:xfrm>
        </p:spPr>
        <p:txBody>
          <a:bodyPr/>
          <a:lstStyle/>
          <a:p>
            <a:r>
              <a:rPr lang="en-US" dirty="0"/>
              <a:t>C#</a:t>
            </a:r>
          </a:p>
        </p:txBody>
      </p:sp>
      <p:sp>
        <p:nvSpPr>
          <p:cNvPr id="7" name="Content Placeholder 6">
            <a:extLst>
              <a:ext uri="{FF2B5EF4-FFF2-40B4-BE49-F238E27FC236}">
                <a16:creationId xmlns:a16="http://schemas.microsoft.com/office/drawing/2014/main" id="{C356D60E-2228-FB18-2E56-99903739C0D4}"/>
              </a:ext>
            </a:extLst>
          </p:cNvPr>
          <p:cNvSpPr>
            <a:spLocks noGrp="1"/>
          </p:cNvSpPr>
          <p:nvPr>
            <p:ph sz="half" idx="2"/>
          </p:nvPr>
        </p:nvSpPr>
        <p:spPr>
          <a:xfrm>
            <a:off x="233456" y="2813959"/>
            <a:ext cx="5623717" cy="3243942"/>
          </a:xfrm>
        </p:spPr>
        <p:txBody>
          <a:bodyPr>
            <a:normAutofit fontScale="92500" lnSpcReduction="20000"/>
          </a:bodyPr>
          <a:lstStyle/>
          <a:p>
            <a:pPr marL="0" indent="0">
              <a:buNone/>
            </a:pPr>
            <a:r>
              <a:rPr lang="en-US" dirty="0">
                <a:latin typeface="Hack" panose="020B0609030202020204" pitchFamily="49" charset="0"/>
                <a:ea typeface="Hack" panose="020B0609030202020204" pitchFamily="49" charset="0"/>
                <a:cs typeface="Hack" panose="020B0609030202020204" pitchFamily="49" charset="0"/>
              </a:rPr>
              <a:t>try {</a:t>
            </a:r>
          </a:p>
          <a:p>
            <a:pPr marL="0" indent="0">
              <a:buNone/>
            </a:pPr>
            <a:r>
              <a:rPr lang="en-US" dirty="0">
                <a:latin typeface="Hack" panose="020B0609030202020204" pitchFamily="49" charset="0"/>
                <a:ea typeface="Hack" panose="020B0609030202020204" pitchFamily="49" charset="0"/>
                <a:cs typeface="Hack" panose="020B0609030202020204" pitchFamily="49" charset="0"/>
              </a:rPr>
              <a:t>    int result = 10 / 0;</a:t>
            </a:r>
          </a:p>
          <a:p>
            <a:pPr marL="0" indent="0">
              <a:buNone/>
            </a:pPr>
            <a:r>
              <a:rPr lang="en-US" dirty="0">
                <a:latin typeface="Hack" panose="020B0609030202020204" pitchFamily="49" charset="0"/>
                <a:ea typeface="Hack" panose="020B0609030202020204" pitchFamily="49" charset="0"/>
                <a:cs typeface="Hack" panose="020B0609030202020204" pitchFamily="49" charset="0"/>
              </a:rPr>
              <a:t>} catch (</a:t>
            </a:r>
            <a:r>
              <a:rPr lang="en-US" dirty="0" err="1">
                <a:latin typeface="Hack" panose="020B0609030202020204" pitchFamily="49" charset="0"/>
                <a:ea typeface="Hack" panose="020B0609030202020204" pitchFamily="49" charset="0"/>
                <a:cs typeface="Hack" panose="020B0609030202020204" pitchFamily="49" charset="0"/>
              </a:rPr>
              <a:t>DivideByZeroException</a:t>
            </a:r>
            <a:r>
              <a:rPr lang="en-US" dirty="0">
                <a:latin typeface="Hack" panose="020B0609030202020204" pitchFamily="49" charset="0"/>
                <a:ea typeface="Hack" panose="020B0609030202020204" pitchFamily="49" charset="0"/>
                <a:cs typeface="Hack" panose="020B0609030202020204" pitchFamily="49" charset="0"/>
              </a:rPr>
              <a:t> e) {</a:t>
            </a:r>
          </a:p>
          <a:p>
            <a:pPr marL="0" indent="0">
              <a:buNone/>
            </a:pPr>
            <a:r>
              <a:rPr lang="en-US" dirty="0">
                <a:latin typeface="Hack" panose="020B0609030202020204" pitchFamily="49" charset="0"/>
                <a:ea typeface="Hack" panose="020B0609030202020204" pitchFamily="49" charset="0"/>
                <a:cs typeface="Hack" panose="020B0609030202020204" pitchFamily="49" charset="0"/>
              </a:rPr>
              <a:t>    </a:t>
            </a:r>
            <a:r>
              <a:rPr lang="en-US" dirty="0" err="1">
                <a:latin typeface="Hack" panose="020B0609030202020204" pitchFamily="49" charset="0"/>
                <a:ea typeface="Hack" panose="020B0609030202020204" pitchFamily="49" charset="0"/>
                <a:cs typeface="Hack" panose="020B0609030202020204" pitchFamily="49" charset="0"/>
              </a:rPr>
              <a:t>Console.WriteLine</a:t>
            </a:r>
            <a:r>
              <a:rPr lang="en-US" dirty="0">
                <a:latin typeface="Hack" panose="020B0609030202020204" pitchFamily="49" charset="0"/>
                <a:ea typeface="Hack" panose="020B0609030202020204" pitchFamily="49" charset="0"/>
                <a:cs typeface="Hack" panose="020B0609030202020204" pitchFamily="49" charset="0"/>
              </a:rPr>
              <a:t>("Cannot divide by zero");</a:t>
            </a:r>
          </a:p>
          <a:p>
            <a:pPr marL="0" indent="0">
              <a:buNone/>
            </a:pPr>
            <a:r>
              <a:rPr lang="en-US" dirty="0">
                <a:latin typeface="Hack" panose="020B0609030202020204" pitchFamily="49" charset="0"/>
                <a:ea typeface="Hack" panose="020B0609030202020204" pitchFamily="49" charset="0"/>
                <a:cs typeface="Hack" panose="020B0609030202020204" pitchFamily="49" charset="0"/>
              </a:rPr>
              <a:t>}</a:t>
            </a:r>
          </a:p>
        </p:txBody>
      </p:sp>
      <p:sp>
        <p:nvSpPr>
          <p:cNvPr id="8" name="Text Placeholder 7">
            <a:extLst>
              <a:ext uri="{FF2B5EF4-FFF2-40B4-BE49-F238E27FC236}">
                <a16:creationId xmlns:a16="http://schemas.microsoft.com/office/drawing/2014/main" id="{D76319C9-B87F-FFC0-4AB6-48EE9FFA4B06}"/>
              </a:ext>
            </a:extLst>
          </p:cNvPr>
          <p:cNvSpPr>
            <a:spLocks noGrp="1"/>
          </p:cNvSpPr>
          <p:nvPr>
            <p:ph type="body" sz="quarter" idx="3"/>
          </p:nvPr>
        </p:nvSpPr>
        <p:spPr/>
        <p:txBody>
          <a:bodyPr/>
          <a:lstStyle/>
          <a:p>
            <a:r>
              <a:rPr lang="en-US" dirty="0"/>
              <a:t>Rust</a:t>
            </a:r>
          </a:p>
        </p:txBody>
      </p:sp>
      <p:sp>
        <p:nvSpPr>
          <p:cNvPr id="9" name="Content Placeholder 8">
            <a:extLst>
              <a:ext uri="{FF2B5EF4-FFF2-40B4-BE49-F238E27FC236}">
                <a16:creationId xmlns:a16="http://schemas.microsoft.com/office/drawing/2014/main" id="{F69E2076-F46C-E6E4-279A-05EADC17454F}"/>
              </a:ext>
            </a:extLst>
          </p:cNvPr>
          <p:cNvSpPr>
            <a:spLocks noGrp="1"/>
          </p:cNvSpPr>
          <p:nvPr>
            <p:ph sz="quarter" idx="4"/>
          </p:nvPr>
        </p:nvSpPr>
        <p:spPr>
          <a:xfrm>
            <a:off x="6249255" y="2813959"/>
            <a:ext cx="5789410" cy="3243942"/>
          </a:xfrm>
        </p:spPr>
        <p:txBody>
          <a:bodyPr>
            <a:normAutofit fontScale="92500" lnSpcReduction="20000"/>
          </a:bodyPr>
          <a:lstStyle/>
          <a:p>
            <a:pPr marL="0" indent="0">
              <a:buNone/>
            </a:pPr>
            <a:r>
              <a:rPr lang="en-US" dirty="0" err="1">
                <a:latin typeface="Hack" panose="020B0609030202020204" pitchFamily="49" charset="0"/>
                <a:ea typeface="Hack" panose="020B0609030202020204" pitchFamily="49" charset="0"/>
                <a:cs typeface="Hack" panose="020B0609030202020204" pitchFamily="49" charset="0"/>
              </a:rPr>
              <a:t>fn</a:t>
            </a:r>
            <a:r>
              <a:rPr lang="en-US" dirty="0">
                <a:latin typeface="Hack" panose="020B0609030202020204" pitchFamily="49" charset="0"/>
                <a:ea typeface="Hack" panose="020B0609030202020204" pitchFamily="49" charset="0"/>
                <a:cs typeface="Hack" panose="020B0609030202020204" pitchFamily="49" charset="0"/>
              </a:rPr>
              <a:t> divide(a: i32, b: i32) -&gt; Result&lt;i32, &amp;'static str&gt; {</a:t>
            </a:r>
          </a:p>
          <a:p>
            <a:pPr marL="0" indent="0">
              <a:buNone/>
            </a:pPr>
            <a:r>
              <a:rPr lang="en-US" dirty="0">
                <a:latin typeface="Hack" panose="020B0609030202020204" pitchFamily="49" charset="0"/>
                <a:ea typeface="Hack" panose="020B0609030202020204" pitchFamily="49" charset="0"/>
                <a:cs typeface="Hack" panose="020B0609030202020204" pitchFamily="49" charset="0"/>
              </a:rPr>
              <a:t>    if b == 0 {</a:t>
            </a:r>
          </a:p>
          <a:p>
            <a:pPr marL="0" indent="0">
              <a:buNone/>
            </a:pPr>
            <a:r>
              <a:rPr lang="en-US" dirty="0">
                <a:latin typeface="Hack" panose="020B0609030202020204" pitchFamily="49" charset="0"/>
                <a:ea typeface="Hack" panose="020B0609030202020204" pitchFamily="49" charset="0"/>
                <a:cs typeface="Hack" panose="020B0609030202020204" pitchFamily="49" charset="0"/>
              </a:rPr>
              <a:t>        Err("Cannot divide by zero")</a:t>
            </a:r>
          </a:p>
          <a:p>
            <a:pPr marL="0" indent="0">
              <a:buNone/>
            </a:pPr>
            <a:r>
              <a:rPr lang="en-US" dirty="0">
                <a:latin typeface="Hack" panose="020B0609030202020204" pitchFamily="49" charset="0"/>
                <a:ea typeface="Hack" panose="020B0609030202020204" pitchFamily="49" charset="0"/>
                <a:cs typeface="Hack" panose="020B0609030202020204" pitchFamily="49" charset="0"/>
              </a:rPr>
              <a:t>    } else {</a:t>
            </a:r>
          </a:p>
          <a:p>
            <a:pPr marL="0" indent="0">
              <a:buNone/>
            </a:pPr>
            <a:r>
              <a:rPr lang="en-US" dirty="0">
                <a:latin typeface="Hack" panose="020B0609030202020204" pitchFamily="49" charset="0"/>
                <a:ea typeface="Hack" panose="020B0609030202020204" pitchFamily="49" charset="0"/>
                <a:cs typeface="Hack" panose="020B0609030202020204" pitchFamily="49" charset="0"/>
              </a:rPr>
              <a:t>        Ok(a / b)</a:t>
            </a:r>
          </a:p>
          <a:p>
            <a:pPr marL="0" indent="0">
              <a:buNone/>
            </a:pPr>
            <a:r>
              <a:rPr lang="en-US" dirty="0">
                <a:latin typeface="Hack" panose="020B0609030202020204" pitchFamily="49" charset="0"/>
                <a:ea typeface="Hack" panose="020B0609030202020204" pitchFamily="49" charset="0"/>
                <a:cs typeface="Hack" panose="020B0609030202020204" pitchFamily="49" charset="0"/>
              </a:rPr>
              <a:t>    }</a:t>
            </a:r>
          </a:p>
          <a:p>
            <a:pPr marL="0" indent="0">
              <a:buNone/>
            </a:pPr>
            <a:r>
              <a:rPr lang="en-US" dirty="0">
                <a:latin typeface="Hack" panose="020B0609030202020204" pitchFamily="49" charset="0"/>
                <a:ea typeface="Hack" panose="020B0609030202020204" pitchFamily="49" charset="0"/>
                <a:cs typeface="Hack" panose="020B0609030202020204" pitchFamily="49" charset="0"/>
              </a:rPr>
              <a:t>}</a:t>
            </a:r>
          </a:p>
        </p:txBody>
      </p:sp>
      <p:sp>
        <p:nvSpPr>
          <p:cNvPr id="3" name="TextBox 2">
            <a:extLst>
              <a:ext uri="{FF2B5EF4-FFF2-40B4-BE49-F238E27FC236}">
                <a16:creationId xmlns:a16="http://schemas.microsoft.com/office/drawing/2014/main" id="{3C179A7D-B018-DC49-1D82-621B2F555EE0}"/>
              </a:ext>
            </a:extLst>
          </p:cNvPr>
          <p:cNvSpPr txBox="1"/>
          <p:nvPr/>
        </p:nvSpPr>
        <p:spPr>
          <a:xfrm>
            <a:off x="7940379" y="6286045"/>
            <a:ext cx="3340645" cy="400110"/>
          </a:xfrm>
          <a:prstGeom prst="rect">
            <a:avLst/>
          </a:prstGeom>
          <a:noFill/>
        </p:spPr>
        <p:txBody>
          <a:bodyPr wrap="square">
            <a:spAutoFit/>
          </a:bodyPr>
          <a:lstStyle/>
          <a:p>
            <a:pPr algn="r"/>
            <a:r>
              <a:rPr lang="en-US" sz="2000" b="1" dirty="0"/>
              <a:t>Basic </a:t>
            </a:r>
            <a:r>
              <a:rPr lang="en-US" sz="2000" b="1"/>
              <a:t>Error Handling</a:t>
            </a:r>
            <a:endParaRPr lang="en-US" sz="2000" b="1" dirty="0"/>
          </a:p>
        </p:txBody>
      </p:sp>
    </p:spTree>
    <p:extLst>
      <p:ext uri="{BB962C8B-B14F-4D97-AF65-F5344CB8AC3E}">
        <p14:creationId xmlns:p14="http://schemas.microsoft.com/office/powerpoint/2010/main" val="425815006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AFA75A-F0FB-1A84-6EDB-44191D0A2860}"/>
              </a:ext>
            </a:extLst>
          </p:cNvPr>
          <p:cNvSpPr>
            <a:spLocks noGrp="1"/>
          </p:cNvSpPr>
          <p:nvPr>
            <p:ph type="title"/>
          </p:nvPr>
        </p:nvSpPr>
        <p:spPr/>
        <p:txBody>
          <a:bodyPr>
            <a:normAutofit fontScale="90000"/>
          </a:bodyPr>
          <a:lstStyle/>
          <a:p>
            <a:r>
              <a:rPr lang="en-US" dirty="0"/>
              <a:t>Differences in OOP Approaches Between C# and Rust</a:t>
            </a:r>
          </a:p>
        </p:txBody>
      </p:sp>
      <p:sp>
        <p:nvSpPr>
          <p:cNvPr id="4" name="Text Placeholder 3">
            <a:extLst>
              <a:ext uri="{FF2B5EF4-FFF2-40B4-BE49-F238E27FC236}">
                <a16:creationId xmlns:a16="http://schemas.microsoft.com/office/drawing/2014/main" id="{CC6B426E-C963-633D-B498-5093AD4E3D85}"/>
              </a:ext>
            </a:extLst>
          </p:cNvPr>
          <p:cNvSpPr>
            <a:spLocks noGrp="1"/>
          </p:cNvSpPr>
          <p:nvPr>
            <p:ph type="body" idx="1"/>
          </p:nvPr>
        </p:nvSpPr>
        <p:spPr/>
        <p:txBody>
          <a:bodyPr/>
          <a:lstStyle/>
          <a:p>
            <a:r>
              <a:rPr lang="en-US" dirty="0"/>
              <a:t>C#</a:t>
            </a:r>
          </a:p>
        </p:txBody>
      </p:sp>
      <p:sp>
        <p:nvSpPr>
          <p:cNvPr id="5" name="Content Placeholder 4">
            <a:extLst>
              <a:ext uri="{FF2B5EF4-FFF2-40B4-BE49-F238E27FC236}">
                <a16:creationId xmlns:a16="http://schemas.microsoft.com/office/drawing/2014/main" id="{95DB6E3C-AFA5-4233-4369-3278552F8F45}"/>
              </a:ext>
            </a:extLst>
          </p:cNvPr>
          <p:cNvSpPr>
            <a:spLocks noGrp="1"/>
          </p:cNvSpPr>
          <p:nvPr>
            <p:ph sz="half" idx="2"/>
          </p:nvPr>
        </p:nvSpPr>
        <p:spPr/>
        <p:txBody>
          <a:bodyPr>
            <a:normAutofit fontScale="92500" lnSpcReduction="20000"/>
          </a:bodyPr>
          <a:lstStyle/>
          <a:p>
            <a:r>
              <a:rPr lang="en-US" b="1" dirty="0"/>
              <a:t>Classes</a:t>
            </a:r>
            <a:r>
              <a:rPr lang="en-US" dirty="0"/>
              <a:t>: C# uses classes to define blueprints for objects. Classes encapsulate data (fields) and behavior (methods) and support inheritance and polymorphism.</a:t>
            </a:r>
          </a:p>
          <a:p>
            <a:r>
              <a:rPr lang="en-US" b="1" dirty="0"/>
              <a:t>Inheritance</a:t>
            </a:r>
            <a:r>
              <a:rPr lang="en-US" dirty="0"/>
              <a:t>: C# supports single inheritance through classes and multiple inheritance through interfaces.</a:t>
            </a:r>
          </a:p>
          <a:p>
            <a:r>
              <a:rPr lang="en-US" b="1" dirty="0"/>
              <a:t>Interfaces</a:t>
            </a:r>
            <a:r>
              <a:rPr lang="en-US" dirty="0"/>
              <a:t>: Interfaces define a contract that classes can implement, allowing for polymorphism.</a:t>
            </a:r>
          </a:p>
        </p:txBody>
      </p:sp>
      <p:sp>
        <p:nvSpPr>
          <p:cNvPr id="6" name="Text Placeholder 5">
            <a:extLst>
              <a:ext uri="{FF2B5EF4-FFF2-40B4-BE49-F238E27FC236}">
                <a16:creationId xmlns:a16="http://schemas.microsoft.com/office/drawing/2014/main" id="{39939430-6178-7FF0-87B7-325FF2BCD60B}"/>
              </a:ext>
            </a:extLst>
          </p:cNvPr>
          <p:cNvSpPr>
            <a:spLocks noGrp="1"/>
          </p:cNvSpPr>
          <p:nvPr>
            <p:ph type="body" sz="quarter" idx="3"/>
          </p:nvPr>
        </p:nvSpPr>
        <p:spPr/>
        <p:txBody>
          <a:bodyPr/>
          <a:lstStyle/>
          <a:p>
            <a:r>
              <a:rPr lang="en-US" dirty="0"/>
              <a:t>Rust</a:t>
            </a:r>
          </a:p>
        </p:txBody>
      </p:sp>
      <p:sp>
        <p:nvSpPr>
          <p:cNvPr id="7" name="Content Placeholder 6">
            <a:extLst>
              <a:ext uri="{FF2B5EF4-FFF2-40B4-BE49-F238E27FC236}">
                <a16:creationId xmlns:a16="http://schemas.microsoft.com/office/drawing/2014/main" id="{53D3D617-7249-E08E-72C1-B4AA8F7108E6}"/>
              </a:ext>
            </a:extLst>
          </p:cNvPr>
          <p:cNvSpPr>
            <a:spLocks noGrp="1"/>
          </p:cNvSpPr>
          <p:nvPr>
            <p:ph sz="quarter" idx="4"/>
          </p:nvPr>
        </p:nvSpPr>
        <p:spPr/>
        <p:txBody>
          <a:bodyPr>
            <a:normAutofit fontScale="92500" lnSpcReduction="20000"/>
          </a:bodyPr>
          <a:lstStyle/>
          <a:p>
            <a:r>
              <a:rPr lang="en-US" b="1" dirty="0"/>
              <a:t>Structs</a:t>
            </a:r>
            <a:r>
              <a:rPr lang="en-US" dirty="0"/>
              <a:t>: Rust uses structs to define data structures. Structs are used to encapsulate data but do not have associated methods.</a:t>
            </a:r>
          </a:p>
          <a:p>
            <a:r>
              <a:rPr lang="en-US" b="1" dirty="0"/>
              <a:t>Traits</a:t>
            </a:r>
            <a:r>
              <a:rPr lang="en-US" dirty="0"/>
              <a:t>: Traits in Rust define shared behavior (methods) that types can implement. Traits are similar to interfaces in C# but are more powerful and flexible.</a:t>
            </a:r>
          </a:p>
          <a:p>
            <a:r>
              <a:rPr lang="en-US" b="1" dirty="0"/>
              <a:t>No Inheritance</a:t>
            </a:r>
            <a:r>
              <a:rPr lang="en-US" dirty="0"/>
              <a:t>: Rust does not support traditional inheritance. Instead, it uses trait implementations to achieve polymorphism.</a:t>
            </a:r>
          </a:p>
        </p:txBody>
      </p:sp>
    </p:spTree>
    <p:extLst>
      <p:ext uri="{BB962C8B-B14F-4D97-AF65-F5344CB8AC3E}">
        <p14:creationId xmlns:p14="http://schemas.microsoft.com/office/powerpoint/2010/main" val="295350962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0EB11C-79D1-CC37-31CC-2D80595CAC76}"/>
              </a:ext>
            </a:extLst>
          </p:cNvPr>
          <p:cNvSpPr>
            <a:spLocks noGrp="1"/>
          </p:cNvSpPr>
          <p:nvPr>
            <p:ph type="title" idx="4294967295"/>
          </p:nvPr>
        </p:nvSpPr>
        <p:spPr>
          <a:xfrm>
            <a:off x="350349" y="288985"/>
            <a:ext cx="3318753" cy="1479550"/>
          </a:xfrm>
        </p:spPr>
        <p:txBody>
          <a:bodyPr>
            <a:noAutofit/>
          </a:bodyPr>
          <a:lstStyle/>
          <a:p>
            <a:r>
              <a:rPr lang="en-US" sz="2000" dirty="0"/>
              <a:t>DIFFERENCES IN OOP APPROACHES BETWEEN C# AND RUST</a:t>
            </a:r>
          </a:p>
        </p:txBody>
      </p:sp>
      <p:sp>
        <p:nvSpPr>
          <p:cNvPr id="4" name="Text Placeholder 3">
            <a:extLst>
              <a:ext uri="{FF2B5EF4-FFF2-40B4-BE49-F238E27FC236}">
                <a16:creationId xmlns:a16="http://schemas.microsoft.com/office/drawing/2014/main" id="{2D063C76-2BA3-6832-D9F3-EEBE30FEB104}"/>
              </a:ext>
            </a:extLst>
          </p:cNvPr>
          <p:cNvSpPr>
            <a:spLocks noGrp="1"/>
          </p:cNvSpPr>
          <p:nvPr>
            <p:ph type="body" sz="half" idx="4294967295"/>
          </p:nvPr>
        </p:nvSpPr>
        <p:spPr>
          <a:xfrm>
            <a:off x="414068" y="2268598"/>
            <a:ext cx="2741613" cy="3195637"/>
          </a:xfrm>
        </p:spPr>
        <p:txBody>
          <a:bodyPr/>
          <a:lstStyle/>
          <a:p>
            <a:pPr marL="0" indent="0">
              <a:buNone/>
            </a:pPr>
            <a:r>
              <a:rPr lang="en-US" dirty="0"/>
              <a:t>C#</a:t>
            </a:r>
          </a:p>
        </p:txBody>
      </p:sp>
      <p:sp>
        <p:nvSpPr>
          <p:cNvPr id="5" name="TextBox 4">
            <a:extLst>
              <a:ext uri="{FF2B5EF4-FFF2-40B4-BE49-F238E27FC236}">
                <a16:creationId xmlns:a16="http://schemas.microsoft.com/office/drawing/2014/main" id="{9F15820B-F06F-0A56-6668-59814FCA7A6A}"/>
              </a:ext>
            </a:extLst>
          </p:cNvPr>
          <p:cNvSpPr txBox="1"/>
          <p:nvPr/>
        </p:nvSpPr>
        <p:spPr>
          <a:xfrm>
            <a:off x="3853021" y="288985"/>
            <a:ext cx="7988630" cy="5632311"/>
          </a:xfrm>
          <a:prstGeom prst="rect">
            <a:avLst/>
          </a:prstGeom>
          <a:noFill/>
        </p:spPr>
        <p:txBody>
          <a:bodyPr wrap="square">
            <a:spAutoFit/>
          </a:bodyPr>
          <a:lstStyle/>
          <a:p>
            <a:pPr marL="0" indent="0">
              <a:buNone/>
            </a:pPr>
            <a:r>
              <a:rPr lang="en-US" sz="2400" dirty="0">
                <a:latin typeface="Hack" panose="020B0609030202020204" pitchFamily="49" charset="0"/>
                <a:ea typeface="Hack" panose="020B0609030202020204" pitchFamily="49" charset="0"/>
                <a:cs typeface="Hack" panose="020B0609030202020204" pitchFamily="49" charset="0"/>
              </a:rPr>
              <a:t>public interface </a:t>
            </a:r>
            <a:r>
              <a:rPr lang="en-US" sz="2400" dirty="0" err="1">
                <a:latin typeface="Hack" panose="020B0609030202020204" pitchFamily="49" charset="0"/>
                <a:ea typeface="Hack" panose="020B0609030202020204" pitchFamily="49" charset="0"/>
                <a:cs typeface="Hack" panose="020B0609030202020204" pitchFamily="49" charset="0"/>
              </a:rPr>
              <a:t>IShape</a:t>
            </a:r>
            <a:r>
              <a:rPr lang="en-US" sz="2400" dirty="0">
                <a:latin typeface="Hack" panose="020B0609030202020204" pitchFamily="49" charset="0"/>
                <a:ea typeface="Hack" panose="020B0609030202020204" pitchFamily="49" charset="0"/>
                <a:cs typeface="Hack" panose="020B0609030202020204" pitchFamily="49" charset="0"/>
              </a:rPr>
              <a:t> {</a:t>
            </a:r>
          </a:p>
          <a:p>
            <a:pPr marL="0" indent="0">
              <a:buNone/>
            </a:pPr>
            <a:r>
              <a:rPr lang="en-US" sz="2400" dirty="0">
                <a:latin typeface="Hack" panose="020B0609030202020204" pitchFamily="49" charset="0"/>
                <a:ea typeface="Hack" panose="020B0609030202020204" pitchFamily="49" charset="0"/>
                <a:cs typeface="Hack" panose="020B0609030202020204" pitchFamily="49" charset="0"/>
              </a:rPr>
              <a:t>    double Area();</a:t>
            </a:r>
          </a:p>
          <a:p>
            <a:pPr marL="0" indent="0">
              <a:buNone/>
            </a:pPr>
            <a:r>
              <a:rPr lang="en-US" sz="2400" dirty="0">
                <a:latin typeface="Hack" panose="020B0609030202020204" pitchFamily="49" charset="0"/>
                <a:ea typeface="Hack" panose="020B0609030202020204" pitchFamily="49" charset="0"/>
                <a:cs typeface="Hack" panose="020B0609030202020204" pitchFamily="49" charset="0"/>
              </a:rPr>
              <a:t>}</a:t>
            </a:r>
          </a:p>
          <a:p>
            <a:pPr marL="0" indent="0">
              <a:buNone/>
            </a:pPr>
            <a:endParaRPr lang="en-US" sz="2400" dirty="0">
              <a:latin typeface="Hack" panose="020B0609030202020204" pitchFamily="49" charset="0"/>
              <a:ea typeface="Hack" panose="020B0609030202020204" pitchFamily="49" charset="0"/>
              <a:cs typeface="Hack" panose="020B0609030202020204" pitchFamily="49" charset="0"/>
            </a:endParaRPr>
          </a:p>
          <a:p>
            <a:pPr marL="0" indent="0">
              <a:buNone/>
            </a:pPr>
            <a:r>
              <a:rPr lang="en-US" sz="2400" dirty="0">
                <a:latin typeface="Hack" panose="020B0609030202020204" pitchFamily="49" charset="0"/>
                <a:ea typeface="Hack" panose="020B0609030202020204" pitchFamily="49" charset="0"/>
                <a:cs typeface="Hack" panose="020B0609030202020204" pitchFamily="49" charset="0"/>
              </a:rPr>
              <a:t>public class Circle : </a:t>
            </a:r>
            <a:r>
              <a:rPr lang="en-US" sz="2400" dirty="0" err="1">
                <a:latin typeface="Hack" panose="020B0609030202020204" pitchFamily="49" charset="0"/>
                <a:ea typeface="Hack" panose="020B0609030202020204" pitchFamily="49" charset="0"/>
                <a:cs typeface="Hack" panose="020B0609030202020204" pitchFamily="49" charset="0"/>
              </a:rPr>
              <a:t>IShape</a:t>
            </a:r>
            <a:r>
              <a:rPr lang="en-US" sz="2400" dirty="0">
                <a:latin typeface="Hack" panose="020B0609030202020204" pitchFamily="49" charset="0"/>
                <a:ea typeface="Hack" panose="020B0609030202020204" pitchFamily="49" charset="0"/>
                <a:cs typeface="Hack" panose="020B0609030202020204" pitchFamily="49" charset="0"/>
              </a:rPr>
              <a:t> {</a:t>
            </a:r>
          </a:p>
          <a:p>
            <a:pPr marL="0" indent="0">
              <a:buNone/>
            </a:pPr>
            <a:r>
              <a:rPr lang="en-US" sz="2400" dirty="0">
                <a:latin typeface="Hack" panose="020B0609030202020204" pitchFamily="49" charset="0"/>
                <a:ea typeface="Hack" panose="020B0609030202020204" pitchFamily="49" charset="0"/>
                <a:cs typeface="Hack" panose="020B0609030202020204" pitchFamily="49" charset="0"/>
              </a:rPr>
              <a:t>    public double Radius { get; set; }</a:t>
            </a:r>
          </a:p>
          <a:p>
            <a:pPr marL="0" indent="0">
              <a:buNone/>
            </a:pPr>
            <a:endParaRPr lang="en-US" sz="2400" dirty="0">
              <a:latin typeface="Hack" panose="020B0609030202020204" pitchFamily="49" charset="0"/>
              <a:ea typeface="Hack" panose="020B0609030202020204" pitchFamily="49" charset="0"/>
              <a:cs typeface="Hack" panose="020B0609030202020204" pitchFamily="49" charset="0"/>
            </a:endParaRPr>
          </a:p>
          <a:p>
            <a:pPr marL="0" indent="0">
              <a:buNone/>
            </a:pPr>
            <a:r>
              <a:rPr lang="en-US" sz="2400" dirty="0">
                <a:latin typeface="Hack" panose="020B0609030202020204" pitchFamily="49" charset="0"/>
                <a:ea typeface="Hack" panose="020B0609030202020204" pitchFamily="49" charset="0"/>
                <a:cs typeface="Hack" panose="020B0609030202020204" pitchFamily="49" charset="0"/>
              </a:rPr>
              <a:t>    public Circle(double radius) {</a:t>
            </a:r>
          </a:p>
          <a:p>
            <a:pPr marL="0" indent="0">
              <a:buNone/>
            </a:pPr>
            <a:r>
              <a:rPr lang="en-US" sz="2400" dirty="0">
                <a:latin typeface="Hack" panose="020B0609030202020204" pitchFamily="49" charset="0"/>
                <a:ea typeface="Hack" panose="020B0609030202020204" pitchFamily="49" charset="0"/>
                <a:cs typeface="Hack" panose="020B0609030202020204" pitchFamily="49" charset="0"/>
              </a:rPr>
              <a:t>        Radius = radius;</a:t>
            </a:r>
          </a:p>
          <a:p>
            <a:pPr marL="0" indent="0">
              <a:buNone/>
            </a:pPr>
            <a:r>
              <a:rPr lang="en-US" sz="2400" dirty="0">
                <a:latin typeface="Hack" panose="020B0609030202020204" pitchFamily="49" charset="0"/>
                <a:ea typeface="Hack" panose="020B0609030202020204" pitchFamily="49" charset="0"/>
                <a:cs typeface="Hack" panose="020B0609030202020204" pitchFamily="49" charset="0"/>
              </a:rPr>
              <a:t>    }</a:t>
            </a:r>
          </a:p>
          <a:p>
            <a:pPr marL="0" indent="0">
              <a:buNone/>
            </a:pPr>
            <a:endParaRPr lang="en-US" sz="2400" dirty="0">
              <a:latin typeface="Hack" panose="020B0609030202020204" pitchFamily="49" charset="0"/>
              <a:ea typeface="Hack" panose="020B0609030202020204" pitchFamily="49" charset="0"/>
              <a:cs typeface="Hack" panose="020B0609030202020204" pitchFamily="49" charset="0"/>
            </a:endParaRPr>
          </a:p>
          <a:p>
            <a:pPr marL="0" indent="0">
              <a:buNone/>
            </a:pPr>
            <a:r>
              <a:rPr lang="en-US" sz="2400" dirty="0">
                <a:latin typeface="Hack" panose="020B0609030202020204" pitchFamily="49" charset="0"/>
                <a:ea typeface="Hack" panose="020B0609030202020204" pitchFamily="49" charset="0"/>
                <a:cs typeface="Hack" panose="020B0609030202020204" pitchFamily="49" charset="0"/>
              </a:rPr>
              <a:t>    public double Area() {</a:t>
            </a:r>
          </a:p>
          <a:p>
            <a:pPr marL="0" indent="0">
              <a:buNone/>
            </a:pPr>
            <a:r>
              <a:rPr lang="en-US" sz="2400" dirty="0">
                <a:latin typeface="Hack" panose="020B0609030202020204" pitchFamily="49" charset="0"/>
                <a:ea typeface="Hack" panose="020B0609030202020204" pitchFamily="49" charset="0"/>
                <a:cs typeface="Hack" panose="020B0609030202020204" pitchFamily="49" charset="0"/>
              </a:rPr>
              <a:t>        return </a:t>
            </a:r>
            <a:r>
              <a:rPr lang="en-US" sz="2400" dirty="0" err="1">
                <a:latin typeface="Hack" panose="020B0609030202020204" pitchFamily="49" charset="0"/>
                <a:ea typeface="Hack" panose="020B0609030202020204" pitchFamily="49" charset="0"/>
                <a:cs typeface="Hack" panose="020B0609030202020204" pitchFamily="49" charset="0"/>
              </a:rPr>
              <a:t>Math.PI</a:t>
            </a:r>
            <a:r>
              <a:rPr lang="en-US" sz="2400" dirty="0">
                <a:latin typeface="Hack" panose="020B0609030202020204" pitchFamily="49" charset="0"/>
                <a:ea typeface="Hack" panose="020B0609030202020204" pitchFamily="49" charset="0"/>
                <a:cs typeface="Hack" panose="020B0609030202020204" pitchFamily="49" charset="0"/>
              </a:rPr>
              <a:t> * Radius * Radius;</a:t>
            </a:r>
          </a:p>
          <a:p>
            <a:pPr marL="0" indent="0">
              <a:buNone/>
            </a:pPr>
            <a:r>
              <a:rPr lang="en-US" sz="2400" dirty="0">
                <a:latin typeface="Hack" panose="020B0609030202020204" pitchFamily="49" charset="0"/>
                <a:ea typeface="Hack" panose="020B0609030202020204" pitchFamily="49" charset="0"/>
                <a:cs typeface="Hack" panose="020B0609030202020204" pitchFamily="49" charset="0"/>
              </a:rPr>
              <a:t>    }</a:t>
            </a:r>
          </a:p>
          <a:p>
            <a:pPr marL="0" indent="0">
              <a:buNone/>
            </a:pPr>
            <a:r>
              <a:rPr lang="en-US" sz="2400" dirty="0">
                <a:latin typeface="Hack" panose="020B0609030202020204" pitchFamily="49" charset="0"/>
                <a:ea typeface="Hack" panose="020B0609030202020204" pitchFamily="49" charset="0"/>
                <a:cs typeface="Hack" panose="020B0609030202020204" pitchFamily="49" charset="0"/>
              </a:rPr>
              <a:t>}</a:t>
            </a:r>
          </a:p>
        </p:txBody>
      </p:sp>
    </p:spTree>
    <p:extLst>
      <p:ext uri="{BB962C8B-B14F-4D97-AF65-F5344CB8AC3E}">
        <p14:creationId xmlns:p14="http://schemas.microsoft.com/office/powerpoint/2010/main" val="111814021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0EB11C-79D1-CC37-31CC-2D80595CAC76}"/>
              </a:ext>
            </a:extLst>
          </p:cNvPr>
          <p:cNvSpPr>
            <a:spLocks noGrp="1"/>
          </p:cNvSpPr>
          <p:nvPr>
            <p:ph type="title" idx="4294967295"/>
          </p:nvPr>
        </p:nvSpPr>
        <p:spPr>
          <a:xfrm>
            <a:off x="350349" y="611038"/>
            <a:ext cx="3117470" cy="1479550"/>
          </a:xfrm>
        </p:spPr>
        <p:txBody>
          <a:bodyPr>
            <a:noAutofit/>
          </a:bodyPr>
          <a:lstStyle/>
          <a:p>
            <a:r>
              <a:rPr lang="en-US" sz="2000" dirty="0"/>
              <a:t>DIFFERENCES IN OOP APPROACHES BETWEEN C# AND RUST</a:t>
            </a:r>
          </a:p>
        </p:txBody>
      </p:sp>
      <p:sp>
        <p:nvSpPr>
          <p:cNvPr id="4" name="Text Placeholder 3">
            <a:extLst>
              <a:ext uri="{FF2B5EF4-FFF2-40B4-BE49-F238E27FC236}">
                <a16:creationId xmlns:a16="http://schemas.microsoft.com/office/drawing/2014/main" id="{2D063C76-2BA3-6832-D9F3-EEBE30FEB104}"/>
              </a:ext>
            </a:extLst>
          </p:cNvPr>
          <p:cNvSpPr>
            <a:spLocks noGrp="1"/>
          </p:cNvSpPr>
          <p:nvPr>
            <p:ph type="body" sz="half" idx="4294967295"/>
          </p:nvPr>
        </p:nvSpPr>
        <p:spPr>
          <a:xfrm>
            <a:off x="414068" y="2268598"/>
            <a:ext cx="2741613" cy="3195637"/>
          </a:xfrm>
        </p:spPr>
        <p:txBody>
          <a:bodyPr/>
          <a:lstStyle/>
          <a:p>
            <a:pPr marL="0" indent="0">
              <a:buNone/>
            </a:pPr>
            <a:r>
              <a:rPr lang="en-US" dirty="0"/>
              <a:t>Rust</a:t>
            </a:r>
          </a:p>
        </p:txBody>
      </p:sp>
      <p:sp>
        <p:nvSpPr>
          <p:cNvPr id="5" name="TextBox 4">
            <a:extLst>
              <a:ext uri="{FF2B5EF4-FFF2-40B4-BE49-F238E27FC236}">
                <a16:creationId xmlns:a16="http://schemas.microsoft.com/office/drawing/2014/main" id="{9F15820B-F06F-0A56-6668-59814FCA7A6A}"/>
              </a:ext>
            </a:extLst>
          </p:cNvPr>
          <p:cNvSpPr txBox="1"/>
          <p:nvPr/>
        </p:nvSpPr>
        <p:spPr>
          <a:xfrm>
            <a:off x="3467819" y="288985"/>
            <a:ext cx="8885666" cy="5940088"/>
          </a:xfrm>
          <a:prstGeom prst="rect">
            <a:avLst/>
          </a:prstGeom>
          <a:noFill/>
        </p:spPr>
        <p:txBody>
          <a:bodyPr wrap="square">
            <a:spAutoFit/>
          </a:bodyPr>
          <a:lstStyle/>
          <a:p>
            <a:pPr marL="0" indent="0">
              <a:buNone/>
            </a:pPr>
            <a:r>
              <a:rPr lang="en-US" sz="2000" dirty="0">
                <a:latin typeface="Hack" panose="020B0609030202020204" pitchFamily="49" charset="0"/>
                <a:ea typeface="Hack" panose="020B0609030202020204" pitchFamily="49" charset="0"/>
                <a:cs typeface="Hack" panose="020B0609030202020204" pitchFamily="49" charset="0"/>
              </a:rPr>
              <a:t>trait Shape {</a:t>
            </a:r>
          </a:p>
          <a:p>
            <a:pPr marL="0" indent="0">
              <a:buNone/>
            </a:pPr>
            <a:r>
              <a:rPr lang="en-US" sz="2000" dirty="0">
                <a:latin typeface="Hack" panose="020B0609030202020204" pitchFamily="49" charset="0"/>
                <a:ea typeface="Hack" panose="020B0609030202020204" pitchFamily="49" charset="0"/>
                <a:cs typeface="Hack" panose="020B0609030202020204" pitchFamily="49" charset="0"/>
              </a:rPr>
              <a:t>    </a:t>
            </a:r>
            <a:r>
              <a:rPr lang="en-US" sz="2000" dirty="0" err="1">
                <a:latin typeface="Hack" panose="020B0609030202020204" pitchFamily="49" charset="0"/>
                <a:ea typeface="Hack" panose="020B0609030202020204" pitchFamily="49" charset="0"/>
                <a:cs typeface="Hack" panose="020B0609030202020204" pitchFamily="49" charset="0"/>
              </a:rPr>
              <a:t>fn</a:t>
            </a:r>
            <a:r>
              <a:rPr lang="en-US" sz="2000" dirty="0">
                <a:latin typeface="Hack" panose="020B0609030202020204" pitchFamily="49" charset="0"/>
                <a:ea typeface="Hack" panose="020B0609030202020204" pitchFamily="49" charset="0"/>
                <a:cs typeface="Hack" panose="020B0609030202020204" pitchFamily="49" charset="0"/>
              </a:rPr>
              <a:t> area(&amp;self) -&gt; f64;</a:t>
            </a:r>
          </a:p>
          <a:p>
            <a:pPr marL="0" indent="0">
              <a:buNone/>
            </a:pPr>
            <a:r>
              <a:rPr lang="en-US" sz="2000" dirty="0">
                <a:latin typeface="Hack" panose="020B0609030202020204" pitchFamily="49" charset="0"/>
                <a:ea typeface="Hack" panose="020B0609030202020204" pitchFamily="49" charset="0"/>
                <a:cs typeface="Hack" panose="020B0609030202020204" pitchFamily="49" charset="0"/>
              </a:rPr>
              <a:t>}</a:t>
            </a:r>
          </a:p>
          <a:p>
            <a:pPr marL="0" indent="0">
              <a:buNone/>
            </a:pPr>
            <a:endParaRPr lang="en-US" sz="2000" dirty="0">
              <a:latin typeface="Hack" panose="020B0609030202020204" pitchFamily="49" charset="0"/>
              <a:ea typeface="Hack" panose="020B0609030202020204" pitchFamily="49" charset="0"/>
              <a:cs typeface="Hack" panose="020B0609030202020204" pitchFamily="49" charset="0"/>
            </a:endParaRPr>
          </a:p>
          <a:p>
            <a:pPr marL="0" indent="0">
              <a:buNone/>
            </a:pPr>
            <a:r>
              <a:rPr lang="en-US" sz="2000" dirty="0">
                <a:latin typeface="Hack" panose="020B0609030202020204" pitchFamily="49" charset="0"/>
                <a:ea typeface="Hack" panose="020B0609030202020204" pitchFamily="49" charset="0"/>
                <a:cs typeface="Hack" panose="020B0609030202020204" pitchFamily="49" charset="0"/>
              </a:rPr>
              <a:t>struct Circle {</a:t>
            </a:r>
          </a:p>
          <a:p>
            <a:pPr marL="0" indent="0">
              <a:buNone/>
            </a:pPr>
            <a:r>
              <a:rPr lang="en-US" sz="2000" dirty="0">
                <a:latin typeface="Hack" panose="020B0609030202020204" pitchFamily="49" charset="0"/>
                <a:ea typeface="Hack" panose="020B0609030202020204" pitchFamily="49" charset="0"/>
                <a:cs typeface="Hack" panose="020B0609030202020204" pitchFamily="49" charset="0"/>
              </a:rPr>
              <a:t>    radius: f64,</a:t>
            </a:r>
          </a:p>
          <a:p>
            <a:pPr marL="0" indent="0">
              <a:buNone/>
            </a:pPr>
            <a:r>
              <a:rPr lang="en-US" sz="2000" dirty="0">
                <a:latin typeface="Hack" panose="020B0609030202020204" pitchFamily="49" charset="0"/>
                <a:ea typeface="Hack" panose="020B0609030202020204" pitchFamily="49" charset="0"/>
                <a:cs typeface="Hack" panose="020B0609030202020204" pitchFamily="49" charset="0"/>
              </a:rPr>
              <a:t>}</a:t>
            </a:r>
          </a:p>
          <a:p>
            <a:pPr marL="0" indent="0">
              <a:buNone/>
            </a:pPr>
            <a:endParaRPr lang="en-US" sz="2000" dirty="0">
              <a:latin typeface="Hack" panose="020B0609030202020204" pitchFamily="49" charset="0"/>
              <a:ea typeface="Hack" panose="020B0609030202020204" pitchFamily="49" charset="0"/>
              <a:cs typeface="Hack" panose="020B0609030202020204" pitchFamily="49" charset="0"/>
            </a:endParaRPr>
          </a:p>
          <a:p>
            <a:pPr marL="0" indent="0">
              <a:buNone/>
            </a:pPr>
            <a:r>
              <a:rPr lang="en-US" sz="2000" dirty="0" err="1">
                <a:latin typeface="Hack" panose="020B0609030202020204" pitchFamily="49" charset="0"/>
                <a:ea typeface="Hack" panose="020B0609030202020204" pitchFamily="49" charset="0"/>
                <a:cs typeface="Hack" panose="020B0609030202020204" pitchFamily="49" charset="0"/>
              </a:rPr>
              <a:t>impl</a:t>
            </a:r>
            <a:r>
              <a:rPr lang="en-US" sz="2000" dirty="0">
                <a:latin typeface="Hack" panose="020B0609030202020204" pitchFamily="49" charset="0"/>
                <a:ea typeface="Hack" panose="020B0609030202020204" pitchFamily="49" charset="0"/>
                <a:cs typeface="Hack" panose="020B0609030202020204" pitchFamily="49" charset="0"/>
              </a:rPr>
              <a:t> Circle {</a:t>
            </a:r>
          </a:p>
          <a:p>
            <a:pPr marL="0" indent="0">
              <a:buNone/>
            </a:pPr>
            <a:r>
              <a:rPr lang="en-US" sz="2000" dirty="0">
                <a:latin typeface="Hack" panose="020B0609030202020204" pitchFamily="49" charset="0"/>
                <a:ea typeface="Hack" panose="020B0609030202020204" pitchFamily="49" charset="0"/>
                <a:cs typeface="Hack" panose="020B0609030202020204" pitchFamily="49" charset="0"/>
              </a:rPr>
              <a:t>    </a:t>
            </a:r>
            <a:r>
              <a:rPr lang="en-US" sz="2000" dirty="0" err="1">
                <a:latin typeface="Hack" panose="020B0609030202020204" pitchFamily="49" charset="0"/>
                <a:ea typeface="Hack" panose="020B0609030202020204" pitchFamily="49" charset="0"/>
                <a:cs typeface="Hack" panose="020B0609030202020204" pitchFamily="49" charset="0"/>
              </a:rPr>
              <a:t>fn</a:t>
            </a:r>
            <a:r>
              <a:rPr lang="en-US" sz="2000" dirty="0">
                <a:latin typeface="Hack" panose="020B0609030202020204" pitchFamily="49" charset="0"/>
                <a:ea typeface="Hack" panose="020B0609030202020204" pitchFamily="49" charset="0"/>
                <a:cs typeface="Hack" panose="020B0609030202020204" pitchFamily="49" charset="0"/>
              </a:rPr>
              <a:t> new(radius: f64) -&gt; Self {</a:t>
            </a:r>
          </a:p>
          <a:p>
            <a:pPr marL="0" indent="0">
              <a:buNone/>
            </a:pPr>
            <a:r>
              <a:rPr lang="en-US" sz="2000" dirty="0">
                <a:latin typeface="Hack" panose="020B0609030202020204" pitchFamily="49" charset="0"/>
                <a:ea typeface="Hack" panose="020B0609030202020204" pitchFamily="49" charset="0"/>
                <a:cs typeface="Hack" panose="020B0609030202020204" pitchFamily="49" charset="0"/>
              </a:rPr>
              <a:t>        Circle { radius }</a:t>
            </a:r>
          </a:p>
          <a:p>
            <a:pPr marL="0" indent="0">
              <a:buNone/>
            </a:pPr>
            <a:r>
              <a:rPr lang="en-US" sz="2000" dirty="0">
                <a:latin typeface="Hack" panose="020B0609030202020204" pitchFamily="49" charset="0"/>
                <a:ea typeface="Hack" panose="020B0609030202020204" pitchFamily="49" charset="0"/>
                <a:cs typeface="Hack" panose="020B0609030202020204" pitchFamily="49" charset="0"/>
              </a:rPr>
              <a:t>    }</a:t>
            </a:r>
          </a:p>
          <a:p>
            <a:pPr marL="0" indent="0">
              <a:buNone/>
            </a:pPr>
            <a:r>
              <a:rPr lang="en-US" sz="2000" dirty="0">
                <a:latin typeface="Hack" panose="020B0609030202020204" pitchFamily="49" charset="0"/>
                <a:ea typeface="Hack" panose="020B0609030202020204" pitchFamily="49" charset="0"/>
                <a:cs typeface="Hack" panose="020B0609030202020204" pitchFamily="49" charset="0"/>
              </a:rPr>
              <a:t>}</a:t>
            </a:r>
          </a:p>
          <a:p>
            <a:pPr marL="0" indent="0">
              <a:buNone/>
            </a:pPr>
            <a:endParaRPr lang="en-US" sz="2000" dirty="0">
              <a:latin typeface="Hack" panose="020B0609030202020204" pitchFamily="49" charset="0"/>
              <a:ea typeface="Hack" panose="020B0609030202020204" pitchFamily="49" charset="0"/>
              <a:cs typeface="Hack" panose="020B0609030202020204" pitchFamily="49" charset="0"/>
            </a:endParaRPr>
          </a:p>
          <a:p>
            <a:pPr marL="0" indent="0">
              <a:buNone/>
            </a:pPr>
            <a:r>
              <a:rPr lang="en-US" sz="2000" dirty="0" err="1">
                <a:latin typeface="Hack" panose="020B0609030202020204" pitchFamily="49" charset="0"/>
                <a:ea typeface="Hack" panose="020B0609030202020204" pitchFamily="49" charset="0"/>
                <a:cs typeface="Hack" panose="020B0609030202020204" pitchFamily="49" charset="0"/>
              </a:rPr>
              <a:t>impl</a:t>
            </a:r>
            <a:r>
              <a:rPr lang="en-US" sz="2000" dirty="0">
                <a:latin typeface="Hack" panose="020B0609030202020204" pitchFamily="49" charset="0"/>
                <a:ea typeface="Hack" panose="020B0609030202020204" pitchFamily="49" charset="0"/>
                <a:cs typeface="Hack" panose="020B0609030202020204" pitchFamily="49" charset="0"/>
              </a:rPr>
              <a:t> Shape for Circle {</a:t>
            </a:r>
          </a:p>
          <a:p>
            <a:pPr marL="0" indent="0">
              <a:buNone/>
            </a:pPr>
            <a:r>
              <a:rPr lang="en-US" sz="2000" dirty="0">
                <a:latin typeface="Hack" panose="020B0609030202020204" pitchFamily="49" charset="0"/>
                <a:ea typeface="Hack" panose="020B0609030202020204" pitchFamily="49" charset="0"/>
                <a:cs typeface="Hack" panose="020B0609030202020204" pitchFamily="49" charset="0"/>
              </a:rPr>
              <a:t>    </a:t>
            </a:r>
            <a:r>
              <a:rPr lang="en-US" sz="2000" dirty="0" err="1">
                <a:latin typeface="Hack" panose="020B0609030202020204" pitchFamily="49" charset="0"/>
                <a:ea typeface="Hack" panose="020B0609030202020204" pitchFamily="49" charset="0"/>
                <a:cs typeface="Hack" panose="020B0609030202020204" pitchFamily="49" charset="0"/>
              </a:rPr>
              <a:t>fn</a:t>
            </a:r>
            <a:r>
              <a:rPr lang="en-US" sz="2000" dirty="0">
                <a:latin typeface="Hack" panose="020B0609030202020204" pitchFamily="49" charset="0"/>
                <a:ea typeface="Hack" panose="020B0609030202020204" pitchFamily="49" charset="0"/>
                <a:cs typeface="Hack" panose="020B0609030202020204" pitchFamily="49" charset="0"/>
              </a:rPr>
              <a:t> area(&amp;self) -&gt; f64 {</a:t>
            </a:r>
          </a:p>
          <a:p>
            <a:pPr marL="0" indent="0">
              <a:buNone/>
            </a:pPr>
            <a:r>
              <a:rPr lang="en-US" sz="2000" dirty="0">
                <a:latin typeface="Hack" panose="020B0609030202020204" pitchFamily="49" charset="0"/>
                <a:ea typeface="Hack" panose="020B0609030202020204" pitchFamily="49" charset="0"/>
                <a:cs typeface="Hack" panose="020B0609030202020204" pitchFamily="49" charset="0"/>
              </a:rPr>
              <a:t>        std::f64::</a:t>
            </a:r>
            <a:r>
              <a:rPr lang="en-US" sz="2000" dirty="0" err="1">
                <a:latin typeface="Hack" panose="020B0609030202020204" pitchFamily="49" charset="0"/>
                <a:ea typeface="Hack" panose="020B0609030202020204" pitchFamily="49" charset="0"/>
                <a:cs typeface="Hack" panose="020B0609030202020204" pitchFamily="49" charset="0"/>
              </a:rPr>
              <a:t>consts</a:t>
            </a:r>
            <a:r>
              <a:rPr lang="en-US" sz="2000" dirty="0">
                <a:latin typeface="Hack" panose="020B0609030202020204" pitchFamily="49" charset="0"/>
                <a:ea typeface="Hack" panose="020B0609030202020204" pitchFamily="49" charset="0"/>
                <a:cs typeface="Hack" panose="020B0609030202020204" pitchFamily="49" charset="0"/>
              </a:rPr>
              <a:t>::PI * </a:t>
            </a:r>
            <a:r>
              <a:rPr lang="en-US" sz="2000" dirty="0" err="1">
                <a:latin typeface="Hack" panose="020B0609030202020204" pitchFamily="49" charset="0"/>
                <a:ea typeface="Hack" panose="020B0609030202020204" pitchFamily="49" charset="0"/>
                <a:cs typeface="Hack" panose="020B0609030202020204" pitchFamily="49" charset="0"/>
              </a:rPr>
              <a:t>self.radius</a:t>
            </a:r>
            <a:r>
              <a:rPr lang="en-US" sz="2000" dirty="0">
                <a:latin typeface="Hack" panose="020B0609030202020204" pitchFamily="49" charset="0"/>
                <a:ea typeface="Hack" panose="020B0609030202020204" pitchFamily="49" charset="0"/>
                <a:cs typeface="Hack" panose="020B0609030202020204" pitchFamily="49" charset="0"/>
              </a:rPr>
              <a:t> * </a:t>
            </a:r>
            <a:r>
              <a:rPr lang="en-US" sz="2000" dirty="0" err="1">
                <a:latin typeface="Hack" panose="020B0609030202020204" pitchFamily="49" charset="0"/>
                <a:ea typeface="Hack" panose="020B0609030202020204" pitchFamily="49" charset="0"/>
                <a:cs typeface="Hack" panose="020B0609030202020204" pitchFamily="49" charset="0"/>
              </a:rPr>
              <a:t>self.radius</a:t>
            </a:r>
            <a:endParaRPr lang="en-US" sz="2000" dirty="0">
              <a:latin typeface="Hack" panose="020B0609030202020204" pitchFamily="49" charset="0"/>
              <a:ea typeface="Hack" panose="020B0609030202020204" pitchFamily="49" charset="0"/>
              <a:cs typeface="Hack" panose="020B0609030202020204" pitchFamily="49" charset="0"/>
            </a:endParaRPr>
          </a:p>
          <a:p>
            <a:pPr marL="0" indent="0">
              <a:buNone/>
            </a:pPr>
            <a:r>
              <a:rPr lang="en-US" sz="2000" dirty="0">
                <a:latin typeface="Hack" panose="020B0609030202020204" pitchFamily="49" charset="0"/>
                <a:ea typeface="Hack" panose="020B0609030202020204" pitchFamily="49" charset="0"/>
                <a:cs typeface="Hack" panose="020B0609030202020204" pitchFamily="49" charset="0"/>
              </a:rPr>
              <a:t>    }</a:t>
            </a:r>
          </a:p>
          <a:p>
            <a:pPr marL="0" indent="0">
              <a:buNone/>
            </a:pPr>
            <a:r>
              <a:rPr lang="en-US" sz="2000" dirty="0">
                <a:latin typeface="Hack" panose="020B0609030202020204" pitchFamily="49" charset="0"/>
                <a:ea typeface="Hack" panose="020B0609030202020204" pitchFamily="49" charset="0"/>
                <a:cs typeface="Hack" panose="020B0609030202020204" pitchFamily="49" charset="0"/>
              </a:rPr>
              <a:t>}</a:t>
            </a:r>
          </a:p>
        </p:txBody>
      </p:sp>
    </p:spTree>
    <p:extLst>
      <p:ext uri="{BB962C8B-B14F-4D97-AF65-F5344CB8AC3E}">
        <p14:creationId xmlns:p14="http://schemas.microsoft.com/office/powerpoint/2010/main" val="329136238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cxnSp>
        <p:nvCxnSpPr>
          <p:cNvPr id="25" name="Straight Connector 24">
            <a:extLst>
              <a:ext uri="{FF2B5EF4-FFF2-40B4-BE49-F238E27FC236}">
                <a16:creationId xmlns:a16="http://schemas.microsoft.com/office/drawing/2014/main" id="{EAD4CCDA-06BF-4D2A-B44F-195AEC0B5B22}"/>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952498" y="6252722"/>
            <a:ext cx="10325101" cy="0"/>
          </a:xfrm>
          <a:prstGeom prst="line">
            <a:avLst/>
          </a:prstGeom>
          <a:ln w="10795">
            <a:solidFill>
              <a:schemeClr val="tx2"/>
            </a:solidFill>
          </a:ln>
        </p:spPr>
        <p:style>
          <a:lnRef idx="1">
            <a:schemeClr val="accent1"/>
          </a:lnRef>
          <a:fillRef idx="0">
            <a:schemeClr val="accent1"/>
          </a:fillRef>
          <a:effectRef idx="0">
            <a:schemeClr val="accent1"/>
          </a:effectRef>
          <a:fontRef idx="minor">
            <a:schemeClr val="tx1"/>
          </a:fontRef>
        </p:style>
      </p:cxnSp>
      <p:sp>
        <p:nvSpPr>
          <p:cNvPr id="26" name="Rectangle 25">
            <a:extLst>
              <a:ext uri="{FF2B5EF4-FFF2-40B4-BE49-F238E27FC236}">
                <a16:creationId xmlns:a16="http://schemas.microsoft.com/office/drawing/2014/main" id="{51C0BCA8-B9D5-4F84-B063-ABE683EE04E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000000"/>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7" name="Picture 26">
            <a:extLst>
              <a:ext uri="{FF2B5EF4-FFF2-40B4-BE49-F238E27FC236}">
                <a16:creationId xmlns:a16="http://schemas.microsoft.com/office/drawing/2014/main" id="{BABA4C1E-1D39-68D8-C235-C69F9B9C0972}"/>
              </a:ext>
            </a:extLst>
          </p:cNvPr>
          <p:cNvPicPr>
            <a:picLocks noChangeAspect="1"/>
          </p:cNvPicPr>
          <p:nvPr/>
        </p:nvPicPr>
        <p:blipFill>
          <a:blip r:embed="rId2"/>
          <a:srcRect b="6250"/>
          <a:stretch/>
        </p:blipFill>
        <p:spPr>
          <a:xfrm>
            <a:off x="20" y="10"/>
            <a:ext cx="12191979" cy="6857989"/>
          </a:xfrm>
          <a:prstGeom prst="rect">
            <a:avLst/>
          </a:prstGeom>
        </p:spPr>
      </p:pic>
      <p:sp>
        <p:nvSpPr>
          <p:cNvPr id="28" name="Rectangle 27">
            <a:extLst>
              <a:ext uri="{FF2B5EF4-FFF2-40B4-BE49-F238E27FC236}">
                <a16:creationId xmlns:a16="http://schemas.microsoft.com/office/drawing/2014/main" id="{3E12DCC6-BC83-4B12-995C-FEA02449A7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V="1">
            <a:off x="-144929" y="144931"/>
            <a:ext cx="6858000" cy="6568140"/>
          </a:xfrm>
          <a:prstGeom prst="rect">
            <a:avLst/>
          </a:prstGeom>
          <a:gradFill flip="none" rotWithShape="1">
            <a:gsLst>
              <a:gs pos="0">
                <a:srgbClr val="000000">
                  <a:alpha val="0"/>
                </a:srgbClr>
              </a:gs>
              <a:gs pos="49000">
                <a:srgbClr val="000000">
                  <a:alpha val="45000"/>
                </a:srgbClr>
              </a:gs>
              <a:gs pos="100000">
                <a:srgbClr val="000000">
                  <a:alpha val="64000"/>
                </a:srgb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3">
            <a:extLst>
              <a:ext uri="{FF2B5EF4-FFF2-40B4-BE49-F238E27FC236}">
                <a16:creationId xmlns:a16="http://schemas.microsoft.com/office/drawing/2014/main" id="{0338D3D2-287E-F14D-8117-ED0AC9D5BE9A}"/>
              </a:ext>
            </a:extLst>
          </p:cNvPr>
          <p:cNvSpPr>
            <a:spLocks noGrp="1"/>
          </p:cNvSpPr>
          <p:nvPr>
            <p:ph type="title"/>
          </p:nvPr>
        </p:nvSpPr>
        <p:spPr>
          <a:xfrm>
            <a:off x="858748" y="1161232"/>
            <a:ext cx="5291275" cy="2485479"/>
          </a:xfrm>
        </p:spPr>
        <p:txBody>
          <a:bodyPr vert="horz" lIns="91440" tIns="45720" rIns="91440" bIns="45720" rtlCol="0" anchor="b">
            <a:normAutofit/>
          </a:bodyPr>
          <a:lstStyle/>
          <a:p>
            <a:r>
              <a:rPr lang="en-US" sz="4800">
                <a:solidFill>
                  <a:srgbClr val="FFFFFF"/>
                </a:solidFill>
              </a:rPr>
              <a:t>Memory Management</a:t>
            </a:r>
          </a:p>
        </p:txBody>
      </p:sp>
      <p:sp>
        <p:nvSpPr>
          <p:cNvPr id="5" name="Text Placeholder 4">
            <a:extLst>
              <a:ext uri="{FF2B5EF4-FFF2-40B4-BE49-F238E27FC236}">
                <a16:creationId xmlns:a16="http://schemas.microsoft.com/office/drawing/2014/main" id="{EEF1D17A-9DD9-F48B-5940-FEDD30AD5767}"/>
              </a:ext>
            </a:extLst>
          </p:cNvPr>
          <p:cNvSpPr>
            <a:spLocks noGrp="1"/>
          </p:cNvSpPr>
          <p:nvPr>
            <p:ph type="body" idx="1"/>
          </p:nvPr>
        </p:nvSpPr>
        <p:spPr>
          <a:xfrm>
            <a:off x="1525897" y="4993240"/>
            <a:ext cx="3694048" cy="1137107"/>
          </a:xfrm>
        </p:spPr>
        <p:txBody>
          <a:bodyPr vert="horz" lIns="91440" tIns="45720" rIns="91440" bIns="45720" rtlCol="0" anchor="b">
            <a:normAutofit/>
          </a:bodyPr>
          <a:lstStyle/>
          <a:p>
            <a:r>
              <a:rPr lang="en-US" sz="1800" cap="all" spc="300">
                <a:solidFill>
                  <a:srgbClr val="FFFFFF"/>
                </a:solidFill>
              </a:rPr>
              <a:t>Rust-ifying Your C# Codebase</a:t>
            </a:r>
          </a:p>
          <a:p>
            <a:endParaRPr lang="en-US" sz="1800" cap="all" spc="300">
              <a:solidFill>
                <a:srgbClr val="FFFFFF"/>
              </a:solidFill>
            </a:endParaRPr>
          </a:p>
        </p:txBody>
      </p:sp>
      <p:cxnSp>
        <p:nvCxnSpPr>
          <p:cNvPr id="29" name="Straight Connector 28">
            <a:extLst>
              <a:ext uri="{FF2B5EF4-FFF2-40B4-BE49-F238E27FC236}">
                <a16:creationId xmlns:a16="http://schemas.microsoft.com/office/drawing/2014/main" id="{7476E355-DC49-4AFB-88DE-62B854B9B315}"/>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958134" y="3782313"/>
            <a:ext cx="0" cy="2054457"/>
          </a:xfrm>
          <a:prstGeom prst="line">
            <a:avLst/>
          </a:prstGeom>
          <a:ln w="10795">
            <a:solidFill>
              <a:srgbClr val="FFFFFF"/>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8001470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8621A4-F9E5-0AE7-4DB7-EDD32A1DB48A}"/>
              </a:ext>
            </a:extLst>
          </p:cNvPr>
          <p:cNvSpPr>
            <a:spLocks noGrp="1"/>
          </p:cNvSpPr>
          <p:nvPr>
            <p:ph type="title"/>
          </p:nvPr>
        </p:nvSpPr>
        <p:spPr/>
        <p:txBody>
          <a:bodyPr/>
          <a:lstStyle/>
          <a:p>
            <a:r>
              <a:rPr lang="en-US" dirty="0"/>
              <a:t>Garbage collection in C#</a:t>
            </a:r>
          </a:p>
        </p:txBody>
      </p:sp>
      <p:sp>
        <p:nvSpPr>
          <p:cNvPr id="5" name="Text Placeholder 4">
            <a:extLst>
              <a:ext uri="{FF2B5EF4-FFF2-40B4-BE49-F238E27FC236}">
                <a16:creationId xmlns:a16="http://schemas.microsoft.com/office/drawing/2014/main" id="{95F51EC6-CF3A-8C84-EEA3-F5A4B3FA1745}"/>
              </a:ext>
            </a:extLst>
          </p:cNvPr>
          <p:cNvSpPr>
            <a:spLocks noGrp="1"/>
          </p:cNvSpPr>
          <p:nvPr>
            <p:ph type="body" sz="half" idx="2"/>
          </p:nvPr>
        </p:nvSpPr>
        <p:spPr/>
        <p:txBody>
          <a:bodyPr/>
          <a:lstStyle/>
          <a:p>
            <a:r>
              <a:rPr lang="en-US" dirty="0"/>
              <a:t>C#</a:t>
            </a:r>
          </a:p>
        </p:txBody>
      </p:sp>
      <p:pic>
        <p:nvPicPr>
          <p:cNvPr id="1026" name="Picture 2" descr="image-center">
            <a:extLst>
              <a:ext uri="{FF2B5EF4-FFF2-40B4-BE49-F238E27FC236}">
                <a16:creationId xmlns:a16="http://schemas.microsoft.com/office/drawing/2014/main" id="{E44760A1-1145-0AA7-93C7-28CE12A48DE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919507" y="0"/>
            <a:ext cx="6973887"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0384384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AEA616-33D1-8F52-FC79-638FD5F41CC5}"/>
              </a:ext>
            </a:extLst>
          </p:cNvPr>
          <p:cNvSpPr>
            <a:spLocks noGrp="1"/>
          </p:cNvSpPr>
          <p:nvPr>
            <p:ph type="title"/>
          </p:nvPr>
        </p:nvSpPr>
        <p:spPr/>
        <p:txBody>
          <a:bodyPr>
            <a:normAutofit fontScale="90000"/>
          </a:bodyPr>
          <a:lstStyle/>
          <a:p>
            <a:r>
              <a:rPr lang="en-US" dirty="0"/>
              <a:t>Rust’s ownership and borrowing</a:t>
            </a:r>
          </a:p>
        </p:txBody>
      </p:sp>
      <p:sp>
        <p:nvSpPr>
          <p:cNvPr id="5" name="Text Placeholder 4">
            <a:extLst>
              <a:ext uri="{FF2B5EF4-FFF2-40B4-BE49-F238E27FC236}">
                <a16:creationId xmlns:a16="http://schemas.microsoft.com/office/drawing/2014/main" id="{B32BBB8D-ED69-D5EF-C0AA-BAFCB59EF6B9}"/>
              </a:ext>
            </a:extLst>
          </p:cNvPr>
          <p:cNvSpPr>
            <a:spLocks noGrp="1"/>
          </p:cNvSpPr>
          <p:nvPr>
            <p:ph type="body" sz="half" idx="2"/>
          </p:nvPr>
        </p:nvSpPr>
        <p:spPr/>
        <p:txBody>
          <a:bodyPr/>
          <a:lstStyle/>
          <a:p>
            <a:r>
              <a:rPr lang="en-US" dirty="0"/>
              <a:t>Rust</a:t>
            </a:r>
          </a:p>
        </p:txBody>
      </p:sp>
      <p:pic>
        <p:nvPicPr>
          <p:cNvPr id="2050" name="Picture 2" descr="Understanding Ownership and Borrowing in Rust: A Unique Feature">
            <a:extLst>
              <a:ext uri="{FF2B5EF4-FFF2-40B4-BE49-F238E27FC236}">
                <a16:creationId xmlns:a16="http://schemas.microsoft.com/office/drawing/2014/main" id="{250384B3-D84E-0421-7A39-2A3784297EB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699962" y="619485"/>
            <a:ext cx="7492038" cy="561902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3011667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CF630E-AA53-F003-3ABB-4C076DD4E809}"/>
              </a:ext>
            </a:extLst>
          </p:cNvPr>
          <p:cNvSpPr>
            <a:spLocks noGrp="1"/>
          </p:cNvSpPr>
          <p:nvPr>
            <p:ph type="title"/>
          </p:nvPr>
        </p:nvSpPr>
        <p:spPr/>
        <p:txBody>
          <a:bodyPr>
            <a:normAutofit/>
          </a:bodyPr>
          <a:lstStyle/>
          <a:p>
            <a:r>
              <a:rPr lang="en-US" dirty="0"/>
              <a:t>Rust’s ownership and borrowing</a:t>
            </a:r>
          </a:p>
        </p:txBody>
      </p:sp>
      <p:sp>
        <p:nvSpPr>
          <p:cNvPr id="5" name="Text Placeholder 4">
            <a:extLst>
              <a:ext uri="{FF2B5EF4-FFF2-40B4-BE49-F238E27FC236}">
                <a16:creationId xmlns:a16="http://schemas.microsoft.com/office/drawing/2014/main" id="{3A66A762-9EDB-EA4E-617F-07FB29FF7A46}"/>
              </a:ext>
            </a:extLst>
          </p:cNvPr>
          <p:cNvSpPr>
            <a:spLocks noGrp="1"/>
          </p:cNvSpPr>
          <p:nvPr>
            <p:ph idx="1"/>
          </p:nvPr>
        </p:nvSpPr>
        <p:spPr/>
        <p:txBody>
          <a:bodyPr/>
          <a:lstStyle/>
          <a:p>
            <a:pPr marL="0" indent="0">
              <a:buNone/>
            </a:pPr>
            <a:r>
              <a:rPr lang="en-US" b="1" dirty="0"/>
              <a:t>Basic Ownership</a:t>
            </a:r>
          </a:p>
        </p:txBody>
      </p:sp>
      <p:sp>
        <p:nvSpPr>
          <p:cNvPr id="9" name="TextBox 8">
            <a:extLst>
              <a:ext uri="{FF2B5EF4-FFF2-40B4-BE49-F238E27FC236}">
                <a16:creationId xmlns:a16="http://schemas.microsoft.com/office/drawing/2014/main" id="{15D317DF-3AE2-8DF1-2E01-12B17DBD652E}"/>
              </a:ext>
            </a:extLst>
          </p:cNvPr>
          <p:cNvSpPr txBox="1"/>
          <p:nvPr/>
        </p:nvSpPr>
        <p:spPr>
          <a:xfrm>
            <a:off x="136634" y="2695574"/>
            <a:ext cx="12018579" cy="2308324"/>
          </a:xfrm>
          <a:prstGeom prst="rect">
            <a:avLst/>
          </a:prstGeom>
          <a:noFill/>
        </p:spPr>
        <p:txBody>
          <a:bodyPr wrap="square">
            <a:spAutoFit/>
          </a:bodyPr>
          <a:lstStyle/>
          <a:p>
            <a:r>
              <a:rPr lang="en-US" dirty="0" err="1">
                <a:latin typeface="Hack" panose="020B0609030202020204" pitchFamily="49" charset="0"/>
                <a:ea typeface="Hack" panose="020B0609030202020204" pitchFamily="49" charset="0"/>
                <a:cs typeface="Hack" panose="020B0609030202020204" pitchFamily="49" charset="0"/>
              </a:rPr>
              <a:t>fn</a:t>
            </a:r>
            <a:r>
              <a:rPr lang="en-US" dirty="0">
                <a:latin typeface="Hack" panose="020B0609030202020204" pitchFamily="49" charset="0"/>
                <a:ea typeface="Hack" panose="020B0609030202020204" pitchFamily="49" charset="0"/>
                <a:cs typeface="Hack" panose="020B0609030202020204" pitchFamily="49" charset="0"/>
              </a:rPr>
              <a:t> main() {</a:t>
            </a:r>
          </a:p>
          <a:p>
            <a:r>
              <a:rPr lang="en-US" dirty="0">
                <a:latin typeface="Hack" panose="020B0609030202020204" pitchFamily="49" charset="0"/>
                <a:ea typeface="Hack" panose="020B0609030202020204" pitchFamily="49" charset="0"/>
                <a:cs typeface="Hack" panose="020B0609030202020204" pitchFamily="49" charset="0"/>
              </a:rPr>
              <a:t>    let s1 = String::from("Hello"); // s1 owns the String</a:t>
            </a:r>
          </a:p>
          <a:p>
            <a:r>
              <a:rPr lang="en-US" dirty="0">
                <a:latin typeface="Hack" panose="020B0609030202020204" pitchFamily="49" charset="0"/>
                <a:ea typeface="Hack" panose="020B0609030202020204" pitchFamily="49" charset="0"/>
                <a:cs typeface="Hack" panose="020B0609030202020204" pitchFamily="49" charset="0"/>
              </a:rPr>
              <a:t>    let s2 = s1; // Ownership is transferred to s2; s1 is no longer valid</a:t>
            </a:r>
          </a:p>
          <a:p>
            <a:endParaRPr lang="en-US" dirty="0">
              <a:latin typeface="Hack" panose="020B0609030202020204" pitchFamily="49" charset="0"/>
              <a:ea typeface="Hack" panose="020B0609030202020204" pitchFamily="49" charset="0"/>
              <a:cs typeface="Hack" panose="020B0609030202020204" pitchFamily="49" charset="0"/>
            </a:endParaRPr>
          </a:p>
          <a:p>
            <a:r>
              <a:rPr lang="en-US" dirty="0">
                <a:latin typeface="Hack" panose="020B0609030202020204" pitchFamily="49" charset="0"/>
                <a:ea typeface="Hack" panose="020B0609030202020204" pitchFamily="49" charset="0"/>
                <a:cs typeface="Hack" panose="020B0609030202020204" pitchFamily="49" charset="0"/>
              </a:rPr>
              <a:t>    // </a:t>
            </a:r>
            <a:r>
              <a:rPr lang="en-US" dirty="0" err="1">
                <a:latin typeface="Hack" panose="020B0609030202020204" pitchFamily="49" charset="0"/>
                <a:ea typeface="Hack" panose="020B0609030202020204" pitchFamily="49" charset="0"/>
                <a:cs typeface="Hack" panose="020B0609030202020204" pitchFamily="49" charset="0"/>
              </a:rPr>
              <a:t>println</a:t>
            </a:r>
            <a:r>
              <a:rPr lang="en-US" dirty="0">
                <a:latin typeface="Hack" panose="020B0609030202020204" pitchFamily="49" charset="0"/>
                <a:ea typeface="Hack" panose="020B0609030202020204" pitchFamily="49" charset="0"/>
                <a:cs typeface="Hack" panose="020B0609030202020204" pitchFamily="49" charset="0"/>
              </a:rPr>
              <a:t>!("{}", s1); // This line would cause a compile-time error because s1 is no longer valid</a:t>
            </a:r>
          </a:p>
          <a:p>
            <a:r>
              <a:rPr lang="en-US" dirty="0">
                <a:latin typeface="Hack" panose="020B0609030202020204" pitchFamily="49" charset="0"/>
                <a:ea typeface="Hack" panose="020B0609030202020204" pitchFamily="49" charset="0"/>
                <a:cs typeface="Hack" panose="020B0609030202020204" pitchFamily="49" charset="0"/>
              </a:rPr>
              <a:t>    </a:t>
            </a:r>
            <a:r>
              <a:rPr lang="en-US" dirty="0" err="1">
                <a:latin typeface="Hack" panose="020B0609030202020204" pitchFamily="49" charset="0"/>
                <a:ea typeface="Hack" panose="020B0609030202020204" pitchFamily="49" charset="0"/>
                <a:cs typeface="Hack" panose="020B0609030202020204" pitchFamily="49" charset="0"/>
              </a:rPr>
              <a:t>println</a:t>
            </a:r>
            <a:r>
              <a:rPr lang="en-US" dirty="0">
                <a:latin typeface="Hack" panose="020B0609030202020204" pitchFamily="49" charset="0"/>
                <a:ea typeface="Hack" panose="020B0609030202020204" pitchFamily="49" charset="0"/>
                <a:cs typeface="Hack" panose="020B0609030202020204" pitchFamily="49" charset="0"/>
              </a:rPr>
              <a:t>!("{}", s2); // s2 owns the String now</a:t>
            </a:r>
          </a:p>
          <a:p>
            <a:r>
              <a:rPr lang="en-US" dirty="0">
                <a:latin typeface="Hack" panose="020B0609030202020204" pitchFamily="49" charset="0"/>
                <a:ea typeface="Hack" panose="020B0609030202020204" pitchFamily="49" charset="0"/>
                <a:cs typeface="Hack" panose="020B0609030202020204" pitchFamily="49" charset="0"/>
              </a:rPr>
              <a:t>}</a:t>
            </a:r>
          </a:p>
        </p:txBody>
      </p:sp>
    </p:spTree>
    <p:extLst>
      <p:ext uri="{BB962C8B-B14F-4D97-AF65-F5344CB8AC3E}">
        <p14:creationId xmlns:p14="http://schemas.microsoft.com/office/powerpoint/2010/main" val="412930645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BB3FF3-9816-3B1B-FD0F-5711C5766A63}"/>
              </a:ext>
            </a:extLst>
          </p:cNvPr>
          <p:cNvSpPr>
            <a:spLocks noGrp="1"/>
          </p:cNvSpPr>
          <p:nvPr>
            <p:ph type="title"/>
          </p:nvPr>
        </p:nvSpPr>
        <p:spPr/>
        <p:txBody>
          <a:bodyPr>
            <a:normAutofit/>
          </a:bodyPr>
          <a:lstStyle/>
          <a:p>
            <a:r>
              <a:rPr lang="en-US" dirty="0"/>
              <a:t>Rust’s ownership and borrowing</a:t>
            </a:r>
          </a:p>
        </p:txBody>
      </p:sp>
      <p:sp>
        <p:nvSpPr>
          <p:cNvPr id="5" name="Text Placeholder 4">
            <a:extLst>
              <a:ext uri="{FF2B5EF4-FFF2-40B4-BE49-F238E27FC236}">
                <a16:creationId xmlns:a16="http://schemas.microsoft.com/office/drawing/2014/main" id="{461E83E0-1856-4A64-B218-76348EC12012}"/>
              </a:ext>
            </a:extLst>
          </p:cNvPr>
          <p:cNvSpPr>
            <a:spLocks noGrp="1"/>
          </p:cNvSpPr>
          <p:nvPr>
            <p:ph idx="1"/>
          </p:nvPr>
        </p:nvSpPr>
        <p:spPr/>
        <p:txBody>
          <a:bodyPr/>
          <a:lstStyle/>
          <a:p>
            <a:pPr marL="0" indent="0">
              <a:buNone/>
            </a:pPr>
            <a:r>
              <a:rPr lang="en-US" b="1" dirty="0"/>
              <a:t>Immutable Borrowing</a:t>
            </a:r>
          </a:p>
        </p:txBody>
      </p:sp>
      <p:sp>
        <p:nvSpPr>
          <p:cNvPr id="7" name="TextBox 6">
            <a:extLst>
              <a:ext uri="{FF2B5EF4-FFF2-40B4-BE49-F238E27FC236}">
                <a16:creationId xmlns:a16="http://schemas.microsoft.com/office/drawing/2014/main" id="{E001614C-6B72-101E-FB05-1FAEC0F59C88}"/>
              </a:ext>
            </a:extLst>
          </p:cNvPr>
          <p:cNvSpPr txBox="1"/>
          <p:nvPr/>
        </p:nvSpPr>
        <p:spPr>
          <a:xfrm>
            <a:off x="849757" y="2801788"/>
            <a:ext cx="10880367" cy="2862322"/>
          </a:xfrm>
          <a:prstGeom prst="rect">
            <a:avLst/>
          </a:prstGeom>
          <a:noFill/>
        </p:spPr>
        <p:txBody>
          <a:bodyPr wrap="square">
            <a:spAutoFit/>
          </a:bodyPr>
          <a:lstStyle/>
          <a:p>
            <a:r>
              <a:rPr lang="en-US" dirty="0" err="1">
                <a:latin typeface="Hack" panose="020B0609030202020204" pitchFamily="49" charset="0"/>
                <a:ea typeface="Hack" panose="020B0609030202020204" pitchFamily="49" charset="0"/>
                <a:cs typeface="Hack" panose="020B0609030202020204" pitchFamily="49" charset="0"/>
              </a:rPr>
              <a:t>fn</a:t>
            </a:r>
            <a:r>
              <a:rPr lang="en-US" dirty="0">
                <a:latin typeface="Hack" panose="020B0609030202020204" pitchFamily="49" charset="0"/>
                <a:ea typeface="Hack" panose="020B0609030202020204" pitchFamily="49" charset="0"/>
                <a:cs typeface="Hack" panose="020B0609030202020204" pitchFamily="49" charset="0"/>
              </a:rPr>
              <a:t> main() {</a:t>
            </a:r>
          </a:p>
          <a:p>
            <a:r>
              <a:rPr lang="en-US" dirty="0">
                <a:latin typeface="Hack" panose="020B0609030202020204" pitchFamily="49" charset="0"/>
                <a:ea typeface="Hack" panose="020B0609030202020204" pitchFamily="49" charset="0"/>
                <a:cs typeface="Hack" panose="020B0609030202020204" pitchFamily="49" charset="0"/>
              </a:rPr>
              <a:t>    let s1 = String::from("Hello");</a:t>
            </a:r>
          </a:p>
          <a:p>
            <a:r>
              <a:rPr lang="en-US" dirty="0">
                <a:latin typeface="Hack" panose="020B0609030202020204" pitchFamily="49" charset="0"/>
                <a:ea typeface="Hack" panose="020B0609030202020204" pitchFamily="49" charset="0"/>
                <a:cs typeface="Hack" panose="020B0609030202020204" pitchFamily="49" charset="0"/>
              </a:rPr>
              <a:t>    let </a:t>
            </a:r>
            <a:r>
              <a:rPr lang="en-US" dirty="0" err="1">
                <a:latin typeface="Hack" panose="020B0609030202020204" pitchFamily="49" charset="0"/>
                <a:ea typeface="Hack" panose="020B0609030202020204" pitchFamily="49" charset="0"/>
                <a:cs typeface="Hack" panose="020B0609030202020204" pitchFamily="49" charset="0"/>
              </a:rPr>
              <a:t>len</a:t>
            </a:r>
            <a:r>
              <a:rPr lang="en-US" dirty="0">
                <a:latin typeface="Hack" panose="020B0609030202020204" pitchFamily="49" charset="0"/>
                <a:ea typeface="Hack" panose="020B0609030202020204" pitchFamily="49" charset="0"/>
                <a:cs typeface="Hack" panose="020B0609030202020204" pitchFamily="49" charset="0"/>
              </a:rPr>
              <a:t> = </a:t>
            </a:r>
            <a:r>
              <a:rPr lang="en-US" dirty="0" err="1">
                <a:latin typeface="Hack" panose="020B0609030202020204" pitchFamily="49" charset="0"/>
                <a:ea typeface="Hack" panose="020B0609030202020204" pitchFamily="49" charset="0"/>
                <a:cs typeface="Hack" panose="020B0609030202020204" pitchFamily="49" charset="0"/>
              </a:rPr>
              <a:t>calculate_length</a:t>
            </a:r>
            <a:r>
              <a:rPr lang="en-US" dirty="0">
                <a:latin typeface="Hack" panose="020B0609030202020204" pitchFamily="49" charset="0"/>
                <a:ea typeface="Hack" panose="020B0609030202020204" pitchFamily="49" charset="0"/>
                <a:cs typeface="Hack" panose="020B0609030202020204" pitchFamily="49" charset="0"/>
              </a:rPr>
              <a:t>(&amp;s1); // &amp;s1 is an immutable reference to s1</a:t>
            </a:r>
          </a:p>
          <a:p>
            <a:endParaRPr lang="en-US" dirty="0">
              <a:latin typeface="Hack" panose="020B0609030202020204" pitchFamily="49" charset="0"/>
              <a:ea typeface="Hack" panose="020B0609030202020204" pitchFamily="49" charset="0"/>
              <a:cs typeface="Hack" panose="020B0609030202020204" pitchFamily="49" charset="0"/>
            </a:endParaRPr>
          </a:p>
          <a:p>
            <a:r>
              <a:rPr lang="en-US" dirty="0">
                <a:latin typeface="Hack" panose="020B0609030202020204" pitchFamily="49" charset="0"/>
                <a:ea typeface="Hack" panose="020B0609030202020204" pitchFamily="49" charset="0"/>
                <a:cs typeface="Hack" panose="020B0609030202020204" pitchFamily="49" charset="0"/>
              </a:rPr>
              <a:t>    </a:t>
            </a:r>
            <a:r>
              <a:rPr lang="en-US" dirty="0" err="1">
                <a:latin typeface="Hack" panose="020B0609030202020204" pitchFamily="49" charset="0"/>
                <a:ea typeface="Hack" panose="020B0609030202020204" pitchFamily="49" charset="0"/>
                <a:cs typeface="Hack" panose="020B0609030202020204" pitchFamily="49" charset="0"/>
              </a:rPr>
              <a:t>println</a:t>
            </a:r>
            <a:r>
              <a:rPr lang="en-US" dirty="0">
                <a:latin typeface="Hack" panose="020B0609030202020204" pitchFamily="49" charset="0"/>
                <a:ea typeface="Hack" panose="020B0609030202020204" pitchFamily="49" charset="0"/>
                <a:cs typeface="Hack" panose="020B0609030202020204" pitchFamily="49" charset="0"/>
              </a:rPr>
              <a:t>!("The length of '{}' is {}.", s1, </a:t>
            </a:r>
            <a:r>
              <a:rPr lang="en-US" dirty="0" err="1">
                <a:latin typeface="Hack" panose="020B0609030202020204" pitchFamily="49" charset="0"/>
                <a:ea typeface="Hack" panose="020B0609030202020204" pitchFamily="49" charset="0"/>
                <a:cs typeface="Hack" panose="020B0609030202020204" pitchFamily="49" charset="0"/>
              </a:rPr>
              <a:t>len</a:t>
            </a:r>
            <a:r>
              <a:rPr lang="en-US" dirty="0">
                <a:latin typeface="Hack" panose="020B0609030202020204" pitchFamily="49" charset="0"/>
                <a:ea typeface="Hack" panose="020B0609030202020204" pitchFamily="49" charset="0"/>
                <a:cs typeface="Hack" panose="020B0609030202020204" pitchFamily="49" charset="0"/>
              </a:rPr>
              <a:t>);</a:t>
            </a:r>
          </a:p>
          <a:p>
            <a:r>
              <a:rPr lang="en-US" dirty="0">
                <a:latin typeface="Hack" panose="020B0609030202020204" pitchFamily="49" charset="0"/>
                <a:ea typeface="Hack" panose="020B0609030202020204" pitchFamily="49" charset="0"/>
                <a:cs typeface="Hack" panose="020B0609030202020204" pitchFamily="49" charset="0"/>
              </a:rPr>
              <a:t>}</a:t>
            </a:r>
          </a:p>
          <a:p>
            <a:endParaRPr lang="en-US" dirty="0">
              <a:latin typeface="Hack" panose="020B0609030202020204" pitchFamily="49" charset="0"/>
              <a:ea typeface="Hack" panose="020B0609030202020204" pitchFamily="49" charset="0"/>
              <a:cs typeface="Hack" panose="020B0609030202020204" pitchFamily="49" charset="0"/>
            </a:endParaRPr>
          </a:p>
          <a:p>
            <a:r>
              <a:rPr lang="en-US" dirty="0" err="1">
                <a:latin typeface="Hack" panose="020B0609030202020204" pitchFamily="49" charset="0"/>
                <a:ea typeface="Hack" panose="020B0609030202020204" pitchFamily="49" charset="0"/>
                <a:cs typeface="Hack" panose="020B0609030202020204" pitchFamily="49" charset="0"/>
              </a:rPr>
              <a:t>fn</a:t>
            </a:r>
            <a:r>
              <a:rPr lang="en-US" dirty="0">
                <a:latin typeface="Hack" panose="020B0609030202020204" pitchFamily="49" charset="0"/>
                <a:ea typeface="Hack" panose="020B0609030202020204" pitchFamily="49" charset="0"/>
                <a:cs typeface="Hack" panose="020B0609030202020204" pitchFamily="49" charset="0"/>
              </a:rPr>
              <a:t> </a:t>
            </a:r>
            <a:r>
              <a:rPr lang="en-US" dirty="0" err="1">
                <a:latin typeface="Hack" panose="020B0609030202020204" pitchFamily="49" charset="0"/>
                <a:ea typeface="Hack" panose="020B0609030202020204" pitchFamily="49" charset="0"/>
                <a:cs typeface="Hack" panose="020B0609030202020204" pitchFamily="49" charset="0"/>
              </a:rPr>
              <a:t>calculate_length</a:t>
            </a:r>
            <a:r>
              <a:rPr lang="en-US" dirty="0">
                <a:latin typeface="Hack" panose="020B0609030202020204" pitchFamily="49" charset="0"/>
                <a:ea typeface="Hack" panose="020B0609030202020204" pitchFamily="49" charset="0"/>
                <a:cs typeface="Hack" panose="020B0609030202020204" pitchFamily="49" charset="0"/>
              </a:rPr>
              <a:t>(s: &amp;String) -&gt; </a:t>
            </a:r>
            <a:r>
              <a:rPr lang="en-US" dirty="0" err="1">
                <a:latin typeface="Hack" panose="020B0609030202020204" pitchFamily="49" charset="0"/>
                <a:ea typeface="Hack" panose="020B0609030202020204" pitchFamily="49" charset="0"/>
                <a:cs typeface="Hack" panose="020B0609030202020204" pitchFamily="49" charset="0"/>
              </a:rPr>
              <a:t>usize</a:t>
            </a:r>
            <a:r>
              <a:rPr lang="en-US" dirty="0">
                <a:latin typeface="Hack" panose="020B0609030202020204" pitchFamily="49" charset="0"/>
                <a:ea typeface="Hack" panose="020B0609030202020204" pitchFamily="49" charset="0"/>
                <a:cs typeface="Hack" panose="020B0609030202020204" pitchFamily="49" charset="0"/>
              </a:rPr>
              <a:t> {</a:t>
            </a:r>
          </a:p>
          <a:p>
            <a:r>
              <a:rPr lang="en-US" dirty="0">
                <a:latin typeface="Hack" panose="020B0609030202020204" pitchFamily="49" charset="0"/>
                <a:ea typeface="Hack" panose="020B0609030202020204" pitchFamily="49" charset="0"/>
                <a:cs typeface="Hack" panose="020B0609030202020204" pitchFamily="49" charset="0"/>
              </a:rPr>
              <a:t>    </a:t>
            </a:r>
            <a:r>
              <a:rPr lang="en-US" dirty="0" err="1">
                <a:latin typeface="Hack" panose="020B0609030202020204" pitchFamily="49" charset="0"/>
                <a:ea typeface="Hack" panose="020B0609030202020204" pitchFamily="49" charset="0"/>
                <a:cs typeface="Hack" panose="020B0609030202020204" pitchFamily="49" charset="0"/>
              </a:rPr>
              <a:t>s.len</a:t>
            </a:r>
            <a:r>
              <a:rPr lang="en-US" dirty="0">
                <a:latin typeface="Hack" panose="020B0609030202020204" pitchFamily="49" charset="0"/>
                <a:ea typeface="Hack" panose="020B0609030202020204" pitchFamily="49" charset="0"/>
                <a:cs typeface="Hack" panose="020B0609030202020204" pitchFamily="49" charset="0"/>
              </a:rPr>
              <a:t>() // We can use s without taking ownership</a:t>
            </a:r>
          </a:p>
          <a:p>
            <a:r>
              <a:rPr lang="en-US" dirty="0">
                <a:latin typeface="Hack" panose="020B0609030202020204" pitchFamily="49" charset="0"/>
                <a:ea typeface="Hack" panose="020B0609030202020204" pitchFamily="49" charset="0"/>
                <a:cs typeface="Hack" panose="020B0609030202020204" pitchFamily="49" charset="0"/>
              </a:rPr>
              <a:t>}</a:t>
            </a:r>
          </a:p>
        </p:txBody>
      </p:sp>
    </p:spTree>
    <p:extLst>
      <p:ext uri="{BB962C8B-B14F-4D97-AF65-F5344CB8AC3E}">
        <p14:creationId xmlns:p14="http://schemas.microsoft.com/office/powerpoint/2010/main" val="39629246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9534F9-9B07-BE1C-8845-D43E2D2DB261}"/>
              </a:ext>
            </a:extLst>
          </p:cNvPr>
          <p:cNvSpPr>
            <a:spLocks noGrp="1"/>
          </p:cNvSpPr>
          <p:nvPr>
            <p:ph type="title"/>
          </p:nvPr>
        </p:nvSpPr>
        <p:spPr/>
        <p:txBody>
          <a:bodyPr>
            <a:normAutofit/>
          </a:bodyPr>
          <a:lstStyle/>
          <a:p>
            <a:r>
              <a:rPr lang="en-US" dirty="0"/>
              <a:t>Rust’s ownership and borrowing</a:t>
            </a:r>
          </a:p>
        </p:txBody>
      </p:sp>
      <p:sp>
        <p:nvSpPr>
          <p:cNvPr id="4" name="Text Placeholder 3">
            <a:extLst>
              <a:ext uri="{FF2B5EF4-FFF2-40B4-BE49-F238E27FC236}">
                <a16:creationId xmlns:a16="http://schemas.microsoft.com/office/drawing/2014/main" id="{73AF2E55-E4B5-A139-DB28-69CAC15620EE}"/>
              </a:ext>
            </a:extLst>
          </p:cNvPr>
          <p:cNvSpPr>
            <a:spLocks noGrp="1"/>
          </p:cNvSpPr>
          <p:nvPr>
            <p:ph idx="1"/>
          </p:nvPr>
        </p:nvSpPr>
        <p:spPr/>
        <p:txBody>
          <a:bodyPr/>
          <a:lstStyle/>
          <a:p>
            <a:pPr marL="0" indent="0">
              <a:buNone/>
            </a:pPr>
            <a:r>
              <a:rPr lang="en-US" b="1" dirty="0"/>
              <a:t>Mutable Borrowing</a:t>
            </a:r>
          </a:p>
        </p:txBody>
      </p:sp>
      <p:sp>
        <p:nvSpPr>
          <p:cNvPr id="5" name="TextBox 4">
            <a:extLst>
              <a:ext uri="{FF2B5EF4-FFF2-40B4-BE49-F238E27FC236}">
                <a16:creationId xmlns:a16="http://schemas.microsoft.com/office/drawing/2014/main" id="{84648C17-5C7E-C8EA-BE7E-F350AE2ACE6D}"/>
              </a:ext>
            </a:extLst>
          </p:cNvPr>
          <p:cNvSpPr txBox="1"/>
          <p:nvPr/>
        </p:nvSpPr>
        <p:spPr>
          <a:xfrm>
            <a:off x="849758" y="2829961"/>
            <a:ext cx="10492484" cy="3139321"/>
          </a:xfrm>
          <a:prstGeom prst="rect">
            <a:avLst/>
          </a:prstGeom>
          <a:noFill/>
        </p:spPr>
        <p:txBody>
          <a:bodyPr wrap="square">
            <a:spAutoFit/>
          </a:bodyPr>
          <a:lstStyle/>
          <a:p>
            <a:r>
              <a:rPr lang="en-US" dirty="0" err="1">
                <a:latin typeface="Hack" panose="020B0609030202020204" pitchFamily="49" charset="0"/>
                <a:ea typeface="Hack" panose="020B0609030202020204" pitchFamily="49" charset="0"/>
                <a:cs typeface="Hack" panose="020B0609030202020204" pitchFamily="49" charset="0"/>
              </a:rPr>
              <a:t>fn</a:t>
            </a:r>
            <a:r>
              <a:rPr lang="en-US" dirty="0">
                <a:latin typeface="Hack" panose="020B0609030202020204" pitchFamily="49" charset="0"/>
                <a:ea typeface="Hack" panose="020B0609030202020204" pitchFamily="49" charset="0"/>
                <a:cs typeface="Hack" panose="020B0609030202020204" pitchFamily="49" charset="0"/>
              </a:rPr>
              <a:t> main() {</a:t>
            </a:r>
          </a:p>
          <a:p>
            <a:r>
              <a:rPr lang="en-US" dirty="0">
                <a:latin typeface="Hack" panose="020B0609030202020204" pitchFamily="49" charset="0"/>
                <a:ea typeface="Hack" panose="020B0609030202020204" pitchFamily="49" charset="0"/>
                <a:cs typeface="Hack" panose="020B0609030202020204" pitchFamily="49" charset="0"/>
              </a:rPr>
              <a:t>    let mut s = String::from("Hello");</a:t>
            </a:r>
          </a:p>
          <a:p>
            <a:r>
              <a:rPr lang="en-US" dirty="0">
                <a:latin typeface="Hack" panose="020B0609030202020204" pitchFamily="49" charset="0"/>
                <a:ea typeface="Hack" panose="020B0609030202020204" pitchFamily="49" charset="0"/>
                <a:cs typeface="Hack" panose="020B0609030202020204" pitchFamily="49" charset="0"/>
              </a:rPr>
              <a:t>    change(&amp;mut s); // &amp;mut s is a mutable reference to s</a:t>
            </a:r>
          </a:p>
          <a:p>
            <a:endParaRPr lang="en-US" dirty="0">
              <a:latin typeface="Hack" panose="020B0609030202020204" pitchFamily="49" charset="0"/>
              <a:ea typeface="Hack" panose="020B0609030202020204" pitchFamily="49" charset="0"/>
              <a:cs typeface="Hack" panose="020B0609030202020204" pitchFamily="49" charset="0"/>
            </a:endParaRPr>
          </a:p>
          <a:p>
            <a:r>
              <a:rPr lang="en-US" dirty="0">
                <a:latin typeface="Hack" panose="020B0609030202020204" pitchFamily="49" charset="0"/>
                <a:ea typeface="Hack" panose="020B0609030202020204" pitchFamily="49" charset="0"/>
                <a:cs typeface="Hack" panose="020B0609030202020204" pitchFamily="49" charset="0"/>
              </a:rPr>
              <a:t>    </a:t>
            </a:r>
            <a:r>
              <a:rPr lang="en-US" dirty="0" err="1">
                <a:latin typeface="Hack" panose="020B0609030202020204" pitchFamily="49" charset="0"/>
                <a:ea typeface="Hack" panose="020B0609030202020204" pitchFamily="49" charset="0"/>
                <a:cs typeface="Hack" panose="020B0609030202020204" pitchFamily="49" charset="0"/>
              </a:rPr>
              <a:t>println</a:t>
            </a:r>
            <a:r>
              <a:rPr lang="en-US" dirty="0">
                <a:latin typeface="Hack" panose="020B0609030202020204" pitchFamily="49" charset="0"/>
                <a:ea typeface="Hack" panose="020B0609030202020204" pitchFamily="49" charset="0"/>
                <a:cs typeface="Hack" panose="020B0609030202020204" pitchFamily="49" charset="0"/>
              </a:rPr>
              <a:t>!("{}", s); // s has been modified</a:t>
            </a:r>
          </a:p>
          <a:p>
            <a:r>
              <a:rPr lang="en-US" dirty="0">
                <a:latin typeface="Hack" panose="020B0609030202020204" pitchFamily="49" charset="0"/>
                <a:ea typeface="Hack" panose="020B0609030202020204" pitchFamily="49" charset="0"/>
                <a:cs typeface="Hack" panose="020B0609030202020204" pitchFamily="49" charset="0"/>
              </a:rPr>
              <a:t>}</a:t>
            </a:r>
          </a:p>
          <a:p>
            <a:endParaRPr lang="en-US" dirty="0">
              <a:latin typeface="Hack" panose="020B0609030202020204" pitchFamily="49" charset="0"/>
              <a:ea typeface="Hack" panose="020B0609030202020204" pitchFamily="49" charset="0"/>
              <a:cs typeface="Hack" panose="020B0609030202020204" pitchFamily="49" charset="0"/>
            </a:endParaRPr>
          </a:p>
          <a:p>
            <a:r>
              <a:rPr lang="en-US" dirty="0" err="1">
                <a:latin typeface="Hack" panose="020B0609030202020204" pitchFamily="49" charset="0"/>
                <a:ea typeface="Hack" panose="020B0609030202020204" pitchFamily="49" charset="0"/>
                <a:cs typeface="Hack" panose="020B0609030202020204" pitchFamily="49" charset="0"/>
              </a:rPr>
              <a:t>fn</a:t>
            </a:r>
            <a:r>
              <a:rPr lang="en-US" dirty="0">
                <a:latin typeface="Hack" panose="020B0609030202020204" pitchFamily="49" charset="0"/>
                <a:ea typeface="Hack" panose="020B0609030202020204" pitchFamily="49" charset="0"/>
                <a:cs typeface="Hack" panose="020B0609030202020204" pitchFamily="49" charset="0"/>
              </a:rPr>
              <a:t> change(</a:t>
            </a:r>
            <a:r>
              <a:rPr lang="en-US" dirty="0" err="1">
                <a:latin typeface="Hack" panose="020B0609030202020204" pitchFamily="49" charset="0"/>
                <a:ea typeface="Hack" panose="020B0609030202020204" pitchFamily="49" charset="0"/>
                <a:cs typeface="Hack" panose="020B0609030202020204" pitchFamily="49" charset="0"/>
              </a:rPr>
              <a:t>some_string</a:t>
            </a:r>
            <a:r>
              <a:rPr lang="en-US" dirty="0">
                <a:latin typeface="Hack" panose="020B0609030202020204" pitchFamily="49" charset="0"/>
                <a:ea typeface="Hack" panose="020B0609030202020204" pitchFamily="49" charset="0"/>
                <a:cs typeface="Hack" panose="020B0609030202020204" pitchFamily="49" charset="0"/>
              </a:rPr>
              <a:t>: &amp;mut String) {</a:t>
            </a:r>
          </a:p>
          <a:p>
            <a:r>
              <a:rPr lang="en-US" dirty="0">
                <a:latin typeface="Hack" panose="020B0609030202020204" pitchFamily="49" charset="0"/>
                <a:ea typeface="Hack" panose="020B0609030202020204" pitchFamily="49" charset="0"/>
                <a:cs typeface="Hack" panose="020B0609030202020204" pitchFamily="49" charset="0"/>
              </a:rPr>
              <a:t>    </a:t>
            </a:r>
            <a:r>
              <a:rPr lang="en-US" dirty="0" err="1">
                <a:latin typeface="Hack" panose="020B0609030202020204" pitchFamily="49" charset="0"/>
                <a:ea typeface="Hack" panose="020B0609030202020204" pitchFamily="49" charset="0"/>
                <a:cs typeface="Hack" panose="020B0609030202020204" pitchFamily="49" charset="0"/>
              </a:rPr>
              <a:t>some_string.push_str</a:t>
            </a:r>
            <a:r>
              <a:rPr lang="en-US" dirty="0">
                <a:latin typeface="Hack" panose="020B0609030202020204" pitchFamily="49" charset="0"/>
                <a:ea typeface="Hack" panose="020B0609030202020204" pitchFamily="49" charset="0"/>
                <a:cs typeface="Hack" panose="020B0609030202020204" pitchFamily="49" charset="0"/>
              </a:rPr>
              <a:t>(", world!"); // We can modify the String through the mutable reference</a:t>
            </a:r>
          </a:p>
          <a:p>
            <a:r>
              <a:rPr lang="en-US" dirty="0">
                <a:latin typeface="Hack" panose="020B0609030202020204" pitchFamily="49" charset="0"/>
                <a:ea typeface="Hack" panose="020B0609030202020204" pitchFamily="49" charset="0"/>
                <a:cs typeface="Hack" panose="020B0609030202020204" pitchFamily="49" charset="0"/>
              </a:rPr>
              <a:t>}</a:t>
            </a:r>
          </a:p>
        </p:txBody>
      </p:sp>
    </p:spTree>
    <p:extLst>
      <p:ext uri="{BB962C8B-B14F-4D97-AF65-F5344CB8AC3E}">
        <p14:creationId xmlns:p14="http://schemas.microsoft.com/office/powerpoint/2010/main" val="247804480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4F86DC-4DE5-EF42-792D-CA34F4F43F2B}"/>
              </a:ext>
            </a:extLst>
          </p:cNvPr>
          <p:cNvSpPr>
            <a:spLocks noGrp="1"/>
          </p:cNvSpPr>
          <p:nvPr>
            <p:ph type="title"/>
          </p:nvPr>
        </p:nvSpPr>
        <p:spPr/>
        <p:txBody>
          <a:bodyPr>
            <a:normAutofit/>
          </a:bodyPr>
          <a:lstStyle/>
          <a:p>
            <a:r>
              <a:rPr lang="en-US" dirty="0"/>
              <a:t>Rust’s ownership and borrowing</a:t>
            </a:r>
          </a:p>
        </p:txBody>
      </p:sp>
      <p:sp>
        <p:nvSpPr>
          <p:cNvPr id="4" name="Text Placeholder 3">
            <a:extLst>
              <a:ext uri="{FF2B5EF4-FFF2-40B4-BE49-F238E27FC236}">
                <a16:creationId xmlns:a16="http://schemas.microsoft.com/office/drawing/2014/main" id="{7955B169-D501-B068-DF47-F6D48C974957}"/>
              </a:ext>
            </a:extLst>
          </p:cNvPr>
          <p:cNvSpPr>
            <a:spLocks noGrp="1"/>
          </p:cNvSpPr>
          <p:nvPr>
            <p:ph idx="1"/>
          </p:nvPr>
        </p:nvSpPr>
        <p:spPr/>
        <p:txBody>
          <a:bodyPr/>
          <a:lstStyle/>
          <a:p>
            <a:pPr marL="0" indent="0">
              <a:buNone/>
            </a:pPr>
            <a:r>
              <a:rPr lang="en-US" b="1" dirty="0"/>
              <a:t>Transferring Ownership to Functions</a:t>
            </a:r>
          </a:p>
        </p:txBody>
      </p:sp>
      <p:sp>
        <p:nvSpPr>
          <p:cNvPr id="5" name="TextBox 4">
            <a:extLst>
              <a:ext uri="{FF2B5EF4-FFF2-40B4-BE49-F238E27FC236}">
                <a16:creationId xmlns:a16="http://schemas.microsoft.com/office/drawing/2014/main" id="{E11FD45F-CCAA-AA06-956B-70B6408EA2DC}"/>
              </a:ext>
            </a:extLst>
          </p:cNvPr>
          <p:cNvSpPr txBox="1"/>
          <p:nvPr/>
        </p:nvSpPr>
        <p:spPr>
          <a:xfrm>
            <a:off x="849757" y="2656588"/>
            <a:ext cx="10427839" cy="3416320"/>
          </a:xfrm>
          <a:prstGeom prst="rect">
            <a:avLst/>
          </a:prstGeom>
          <a:noFill/>
        </p:spPr>
        <p:txBody>
          <a:bodyPr wrap="square">
            <a:spAutoFit/>
          </a:bodyPr>
          <a:lstStyle/>
          <a:p>
            <a:r>
              <a:rPr lang="en-US" dirty="0" err="1">
                <a:latin typeface="Hack" panose="020B0609030202020204" pitchFamily="49" charset="0"/>
                <a:ea typeface="Hack" panose="020B0609030202020204" pitchFamily="49" charset="0"/>
                <a:cs typeface="Hack" panose="020B0609030202020204" pitchFamily="49" charset="0"/>
              </a:rPr>
              <a:t>fn</a:t>
            </a:r>
            <a:r>
              <a:rPr lang="en-US" dirty="0">
                <a:latin typeface="Hack" panose="020B0609030202020204" pitchFamily="49" charset="0"/>
                <a:ea typeface="Hack" panose="020B0609030202020204" pitchFamily="49" charset="0"/>
                <a:cs typeface="Hack" panose="020B0609030202020204" pitchFamily="49" charset="0"/>
              </a:rPr>
              <a:t> main() {</a:t>
            </a:r>
          </a:p>
          <a:p>
            <a:r>
              <a:rPr lang="en-US" dirty="0">
                <a:latin typeface="Hack" panose="020B0609030202020204" pitchFamily="49" charset="0"/>
                <a:ea typeface="Hack" panose="020B0609030202020204" pitchFamily="49" charset="0"/>
                <a:cs typeface="Hack" panose="020B0609030202020204" pitchFamily="49" charset="0"/>
              </a:rPr>
              <a:t>    let s = String::from("Hello");</a:t>
            </a:r>
          </a:p>
          <a:p>
            <a:r>
              <a:rPr lang="en-US" dirty="0">
                <a:latin typeface="Hack" panose="020B0609030202020204" pitchFamily="49" charset="0"/>
                <a:ea typeface="Hack" panose="020B0609030202020204" pitchFamily="49" charset="0"/>
                <a:cs typeface="Hack" panose="020B0609030202020204" pitchFamily="49" charset="0"/>
              </a:rPr>
              <a:t>    </a:t>
            </a:r>
            <a:r>
              <a:rPr lang="en-US" dirty="0" err="1">
                <a:latin typeface="Hack" panose="020B0609030202020204" pitchFamily="49" charset="0"/>
                <a:ea typeface="Hack" panose="020B0609030202020204" pitchFamily="49" charset="0"/>
                <a:cs typeface="Hack" panose="020B0609030202020204" pitchFamily="49" charset="0"/>
              </a:rPr>
              <a:t>takes_ownership</a:t>
            </a:r>
            <a:r>
              <a:rPr lang="en-US" dirty="0">
                <a:latin typeface="Hack" panose="020B0609030202020204" pitchFamily="49" charset="0"/>
                <a:ea typeface="Hack" panose="020B0609030202020204" pitchFamily="49" charset="0"/>
                <a:cs typeface="Hack" panose="020B0609030202020204" pitchFamily="49" charset="0"/>
              </a:rPr>
              <a:t>(s); // s is moved into the function and is no longer valid here</a:t>
            </a:r>
          </a:p>
          <a:p>
            <a:endParaRPr lang="en-US" dirty="0">
              <a:latin typeface="Hack" panose="020B0609030202020204" pitchFamily="49" charset="0"/>
              <a:ea typeface="Hack" panose="020B0609030202020204" pitchFamily="49" charset="0"/>
              <a:cs typeface="Hack" panose="020B0609030202020204" pitchFamily="49" charset="0"/>
            </a:endParaRPr>
          </a:p>
          <a:p>
            <a:r>
              <a:rPr lang="en-US" dirty="0">
                <a:latin typeface="Hack" panose="020B0609030202020204" pitchFamily="49" charset="0"/>
                <a:ea typeface="Hack" panose="020B0609030202020204" pitchFamily="49" charset="0"/>
                <a:cs typeface="Hack" panose="020B0609030202020204" pitchFamily="49" charset="0"/>
              </a:rPr>
              <a:t>    // </a:t>
            </a:r>
            <a:r>
              <a:rPr lang="en-US" dirty="0" err="1">
                <a:latin typeface="Hack" panose="020B0609030202020204" pitchFamily="49" charset="0"/>
                <a:ea typeface="Hack" panose="020B0609030202020204" pitchFamily="49" charset="0"/>
                <a:cs typeface="Hack" panose="020B0609030202020204" pitchFamily="49" charset="0"/>
              </a:rPr>
              <a:t>println</a:t>
            </a:r>
            <a:r>
              <a:rPr lang="en-US" dirty="0">
                <a:latin typeface="Hack" panose="020B0609030202020204" pitchFamily="49" charset="0"/>
                <a:ea typeface="Hack" panose="020B0609030202020204" pitchFamily="49" charset="0"/>
                <a:cs typeface="Hack" panose="020B0609030202020204" pitchFamily="49" charset="0"/>
              </a:rPr>
              <a:t>!("{}", s); // This line would cause a compile-time error because s is no longer valid</a:t>
            </a:r>
          </a:p>
          <a:p>
            <a:r>
              <a:rPr lang="en-US" dirty="0">
                <a:latin typeface="Hack" panose="020B0609030202020204" pitchFamily="49" charset="0"/>
                <a:ea typeface="Hack" panose="020B0609030202020204" pitchFamily="49" charset="0"/>
                <a:cs typeface="Hack" panose="020B0609030202020204" pitchFamily="49" charset="0"/>
              </a:rPr>
              <a:t>}</a:t>
            </a:r>
          </a:p>
          <a:p>
            <a:endParaRPr lang="en-US" dirty="0">
              <a:latin typeface="Hack" panose="020B0609030202020204" pitchFamily="49" charset="0"/>
              <a:ea typeface="Hack" panose="020B0609030202020204" pitchFamily="49" charset="0"/>
              <a:cs typeface="Hack" panose="020B0609030202020204" pitchFamily="49" charset="0"/>
            </a:endParaRPr>
          </a:p>
          <a:p>
            <a:r>
              <a:rPr lang="en-US" dirty="0" err="1">
                <a:latin typeface="Hack" panose="020B0609030202020204" pitchFamily="49" charset="0"/>
                <a:ea typeface="Hack" panose="020B0609030202020204" pitchFamily="49" charset="0"/>
                <a:cs typeface="Hack" panose="020B0609030202020204" pitchFamily="49" charset="0"/>
              </a:rPr>
              <a:t>fn</a:t>
            </a:r>
            <a:r>
              <a:rPr lang="en-US" dirty="0">
                <a:latin typeface="Hack" panose="020B0609030202020204" pitchFamily="49" charset="0"/>
                <a:ea typeface="Hack" panose="020B0609030202020204" pitchFamily="49" charset="0"/>
                <a:cs typeface="Hack" panose="020B0609030202020204" pitchFamily="49" charset="0"/>
              </a:rPr>
              <a:t> </a:t>
            </a:r>
            <a:r>
              <a:rPr lang="en-US" dirty="0" err="1">
                <a:latin typeface="Hack" panose="020B0609030202020204" pitchFamily="49" charset="0"/>
                <a:ea typeface="Hack" panose="020B0609030202020204" pitchFamily="49" charset="0"/>
                <a:cs typeface="Hack" panose="020B0609030202020204" pitchFamily="49" charset="0"/>
              </a:rPr>
              <a:t>takes_ownership</a:t>
            </a:r>
            <a:r>
              <a:rPr lang="en-US" dirty="0">
                <a:latin typeface="Hack" panose="020B0609030202020204" pitchFamily="49" charset="0"/>
                <a:ea typeface="Hack" panose="020B0609030202020204" pitchFamily="49" charset="0"/>
                <a:cs typeface="Hack" panose="020B0609030202020204" pitchFamily="49" charset="0"/>
              </a:rPr>
              <a:t>(</a:t>
            </a:r>
            <a:r>
              <a:rPr lang="en-US" dirty="0" err="1">
                <a:latin typeface="Hack" panose="020B0609030202020204" pitchFamily="49" charset="0"/>
                <a:ea typeface="Hack" panose="020B0609030202020204" pitchFamily="49" charset="0"/>
                <a:cs typeface="Hack" panose="020B0609030202020204" pitchFamily="49" charset="0"/>
              </a:rPr>
              <a:t>some_string</a:t>
            </a:r>
            <a:r>
              <a:rPr lang="en-US" dirty="0">
                <a:latin typeface="Hack" panose="020B0609030202020204" pitchFamily="49" charset="0"/>
                <a:ea typeface="Hack" panose="020B0609030202020204" pitchFamily="49" charset="0"/>
                <a:cs typeface="Hack" panose="020B0609030202020204" pitchFamily="49" charset="0"/>
              </a:rPr>
              <a:t>: String) {</a:t>
            </a:r>
          </a:p>
          <a:p>
            <a:r>
              <a:rPr lang="en-US" dirty="0">
                <a:latin typeface="Hack" panose="020B0609030202020204" pitchFamily="49" charset="0"/>
                <a:ea typeface="Hack" panose="020B0609030202020204" pitchFamily="49" charset="0"/>
                <a:cs typeface="Hack" panose="020B0609030202020204" pitchFamily="49" charset="0"/>
              </a:rPr>
              <a:t>    </a:t>
            </a:r>
            <a:r>
              <a:rPr lang="en-US" dirty="0" err="1">
                <a:latin typeface="Hack" panose="020B0609030202020204" pitchFamily="49" charset="0"/>
                <a:ea typeface="Hack" panose="020B0609030202020204" pitchFamily="49" charset="0"/>
                <a:cs typeface="Hack" panose="020B0609030202020204" pitchFamily="49" charset="0"/>
              </a:rPr>
              <a:t>println</a:t>
            </a:r>
            <a:r>
              <a:rPr lang="en-US" dirty="0">
                <a:latin typeface="Hack" panose="020B0609030202020204" pitchFamily="49" charset="0"/>
                <a:ea typeface="Hack" panose="020B0609030202020204" pitchFamily="49" charset="0"/>
                <a:cs typeface="Hack" panose="020B0609030202020204" pitchFamily="49" charset="0"/>
              </a:rPr>
              <a:t>!("{}", </a:t>
            </a:r>
            <a:r>
              <a:rPr lang="en-US" dirty="0" err="1">
                <a:latin typeface="Hack" panose="020B0609030202020204" pitchFamily="49" charset="0"/>
                <a:ea typeface="Hack" panose="020B0609030202020204" pitchFamily="49" charset="0"/>
                <a:cs typeface="Hack" panose="020B0609030202020204" pitchFamily="49" charset="0"/>
              </a:rPr>
              <a:t>some_string</a:t>
            </a:r>
            <a:r>
              <a:rPr lang="en-US" dirty="0">
                <a:latin typeface="Hack" panose="020B0609030202020204" pitchFamily="49" charset="0"/>
                <a:ea typeface="Hack" panose="020B0609030202020204" pitchFamily="49" charset="0"/>
                <a:cs typeface="Hack" panose="020B0609030202020204" pitchFamily="49" charset="0"/>
              </a:rPr>
              <a:t>);</a:t>
            </a:r>
          </a:p>
          <a:p>
            <a:r>
              <a:rPr lang="en-US" dirty="0">
                <a:latin typeface="Hack" panose="020B0609030202020204" pitchFamily="49" charset="0"/>
                <a:ea typeface="Hack" panose="020B0609030202020204" pitchFamily="49" charset="0"/>
                <a:cs typeface="Hack" panose="020B0609030202020204" pitchFamily="49" charset="0"/>
              </a:rPr>
              <a:t>} // </a:t>
            </a:r>
            <a:r>
              <a:rPr lang="en-US" dirty="0" err="1">
                <a:latin typeface="Hack" panose="020B0609030202020204" pitchFamily="49" charset="0"/>
                <a:ea typeface="Hack" panose="020B0609030202020204" pitchFamily="49" charset="0"/>
                <a:cs typeface="Hack" panose="020B0609030202020204" pitchFamily="49" charset="0"/>
              </a:rPr>
              <a:t>some_string</a:t>
            </a:r>
            <a:r>
              <a:rPr lang="en-US" dirty="0">
                <a:latin typeface="Hack" panose="020B0609030202020204" pitchFamily="49" charset="0"/>
                <a:ea typeface="Hack" panose="020B0609030202020204" pitchFamily="49" charset="0"/>
                <a:cs typeface="Hack" panose="020B0609030202020204" pitchFamily="49" charset="0"/>
              </a:rPr>
              <a:t> goes out of scope and is dropped here</a:t>
            </a:r>
          </a:p>
        </p:txBody>
      </p:sp>
    </p:spTree>
    <p:extLst>
      <p:ext uri="{BB962C8B-B14F-4D97-AF65-F5344CB8AC3E}">
        <p14:creationId xmlns:p14="http://schemas.microsoft.com/office/powerpoint/2010/main" val="150788837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A60C2B-216B-88FD-892E-9DEA4FFC56CE}"/>
              </a:ext>
            </a:extLst>
          </p:cNvPr>
          <p:cNvSpPr>
            <a:spLocks noGrp="1"/>
          </p:cNvSpPr>
          <p:nvPr>
            <p:ph type="title"/>
          </p:nvPr>
        </p:nvSpPr>
        <p:spPr/>
        <p:txBody>
          <a:bodyPr>
            <a:normAutofit fontScale="90000"/>
          </a:bodyPr>
          <a:lstStyle/>
          <a:p>
            <a:r>
              <a:rPr lang="en-US" dirty="0"/>
              <a:t>Rust’s ownership and borrowing</a:t>
            </a:r>
          </a:p>
        </p:txBody>
      </p:sp>
      <p:sp>
        <p:nvSpPr>
          <p:cNvPr id="3" name="Content Placeholder 2">
            <a:extLst>
              <a:ext uri="{FF2B5EF4-FFF2-40B4-BE49-F238E27FC236}">
                <a16:creationId xmlns:a16="http://schemas.microsoft.com/office/drawing/2014/main" id="{50AF385F-4DF8-1B17-27C9-54DC1BC5850A}"/>
              </a:ext>
            </a:extLst>
          </p:cNvPr>
          <p:cNvSpPr>
            <a:spLocks noGrp="1"/>
          </p:cNvSpPr>
          <p:nvPr>
            <p:ph idx="1"/>
          </p:nvPr>
        </p:nvSpPr>
        <p:spPr/>
        <p:txBody>
          <a:bodyPr/>
          <a:lstStyle/>
          <a:p>
            <a:endParaRPr lang="en-US"/>
          </a:p>
        </p:txBody>
      </p:sp>
      <p:sp>
        <p:nvSpPr>
          <p:cNvPr id="4" name="Text Placeholder 3">
            <a:extLst>
              <a:ext uri="{FF2B5EF4-FFF2-40B4-BE49-F238E27FC236}">
                <a16:creationId xmlns:a16="http://schemas.microsoft.com/office/drawing/2014/main" id="{2BB4422B-8706-FA84-210E-BA0CE232891E}"/>
              </a:ext>
            </a:extLst>
          </p:cNvPr>
          <p:cNvSpPr>
            <a:spLocks noGrp="1"/>
          </p:cNvSpPr>
          <p:nvPr>
            <p:ph type="body" sz="half" idx="2"/>
          </p:nvPr>
        </p:nvSpPr>
        <p:spPr/>
        <p:txBody>
          <a:bodyPr/>
          <a:lstStyle/>
          <a:p>
            <a:r>
              <a:rPr lang="en-US" dirty="0"/>
              <a:t>Returning Ownership from Functions</a:t>
            </a:r>
          </a:p>
        </p:txBody>
      </p:sp>
    </p:spTree>
    <p:extLst>
      <p:ext uri="{BB962C8B-B14F-4D97-AF65-F5344CB8AC3E}">
        <p14:creationId xmlns:p14="http://schemas.microsoft.com/office/powerpoint/2010/main" val="311656846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14F225ED-9622-A6B9-58A7-5A5D1CC3E0C0}"/>
              </a:ext>
            </a:extLst>
          </p:cNvPr>
          <p:cNvSpPr txBox="1"/>
          <p:nvPr/>
        </p:nvSpPr>
        <p:spPr>
          <a:xfrm>
            <a:off x="230002" y="53609"/>
            <a:ext cx="11758175" cy="5355312"/>
          </a:xfrm>
          <a:prstGeom prst="rect">
            <a:avLst/>
          </a:prstGeom>
          <a:noFill/>
        </p:spPr>
        <p:txBody>
          <a:bodyPr wrap="square">
            <a:spAutoFit/>
          </a:bodyPr>
          <a:lstStyle/>
          <a:p>
            <a:r>
              <a:rPr lang="en-US" dirty="0" err="1">
                <a:latin typeface="Hack" panose="020B0609030202020204" pitchFamily="49" charset="0"/>
                <a:ea typeface="Hack" panose="020B0609030202020204" pitchFamily="49" charset="0"/>
                <a:cs typeface="Hack" panose="020B0609030202020204" pitchFamily="49" charset="0"/>
              </a:rPr>
              <a:t>fn</a:t>
            </a:r>
            <a:r>
              <a:rPr lang="en-US" dirty="0">
                <a:latin typeface="Hack" panose="020B0609030202020204" pitchFamily="49" charset="0"/>
                <a:ea typeface="Hack" panose="020B0609030202020204" pitchFamily="49" charset="0"/>
                <a:cs typeface="Hack" panose="020B0609030202020204" pitchFamily="49" charset="0"/>
              </a:rPr>
              <a:t> main() {</a:t>
            </a:r>
          </a:p>
          <a:p>
            <a:r>
              <a:rPr lang="en-US" dirty="0">
                <a:latin typeface="Hack" panose="020B0609030202020204" pitchFamily="49" charset="0"/>
                <a:ea typeface="Hack" panose="020B0609030202020204" pitchFamily="49" charset="0"/>
                <a:cs typeface="Hack" panose="020B0609030202020204" pitchFamily="49" charset="0"/>
              </a:rPr>
              <a:t>    let s1 = </a:t>
            </a:r>
            <a:r>
              <a:rPr lang="en-US" dirty="0" err="1">
                <a:latin typeface="Hack" panose="020B0609030202020204" pitchFamily="49" charset="0"/>
                <a:ea typeface="Hack" panose="020B0609030202020204" pitchFamily="49" charset="0"/>
                <a:cs typeface="Hack" panose="020B0609030202020204" pitchFamily="49" charset="0"/>
              </a:rPr>
              <a:t>gives_ownership</a:t>
            </a:r>
            <a:r>
              <a:rPr lang="en-US" dirty="0">
                <a:latin typeface="Hack" panose="020B0609030202020204" pitchFamily="49" charset="0"/>
                <a:ea typeface="Hack" panose="020B0609030202020204" pitchFamily="49" charset="0"/>
                <a:cs typeface="Hack" panose="020B0609030202020204" pitchFamily="49" charset="0"/>
              </a:rPr>
              <a:t>(); // </a:t>
            </a:r>
            <a:r>
              <a:rPr lang="en-US" dirty="0" err="1">
                <a:latin typeface="Hack" panose="020B0609030202020204" pitchFamily="49" charset="0"/>
                <a:ea typeface="Hack" panose="020B0609030202020204" pitchFamily="49" charset="0"/>
                <a:cs typeface="Hack" panose="020B0609030202020204" pitchFamily="49" charset="0"/>
              </a:rPr>
              <a:t>gives_ownership</a:t>
            </a:r>
            <a:r>
              <a:rPr lang="en-US" dirty="0">
                <a:latin typeface="Hack" panose="020B0609030202020204" pitchFamily="49" charset="0"/>
                <a:ea typeface="Hack" panose="020B0609030202020204" pitchFamily="49" charset="0"/>
                <a:cs typeface="Hack" panose="020B0609030202020204" pitchFamily="49" charset="0"/>
              </a:rPr>
              <a:t> moves its return value into s1</a:t>
            </a:r>
          </a:p>
          <a:p>
            <a:endParaRPr lang="en-US" dirty="0">
              <a:latin typeface="Hack" panose="020B0609030202020204" pitchFamily="49" charset="0"/>
              <a:ea typeface="Hack" panose="020B0609030202020204" pitchFamily="49" charset="0"/>
              <a:cs typeface="Hack" panose="020B0609030202020204" pitchFamily="49" charset="0"/>
            </a:endParaRPr>
          </a:p>
          <a:p>
            <a:r>
              <a:rPr lang="en-US" dirty="0">
                <a:latin typeface="Hack" panose="020B0609030202020204" pitchFamily="49" charset="0"/>
                <a:ea typeface="Hack" panose="020B0609030202020204" pitchFamily="49" charset="0"/>
                <a:cs typeface="Hack" panose="020B0609030202020204" pitchFamily="49" charset="0"/>
              </a:rPr>
              <a:t>    let s2 = String::from("Hello");</a:t>
            </a:r>
          </a:p>
          <a:p>
            <a:r>
              <a:rPr lang="en-US" dirty="0">
                <a:latin typeface="Hack" panose="020B0609030202020204" pitchFamily="49" charset="0"/>
                <a:ea typeface="Hack" panose="020B0609030202020204" pitchFamily="49" charset="0"/>
                <a:cs typeface="Hack" panose="020B0609030202020204" pitchFamily="49" charset="0"/>
              </a:rPr>
              <a:t>    let s3 = </a:t>
            </a:r>
            <a:r>
              <a:rPr lang="en-US" dirty="0" err="1">
                <a:latin typeface="Hack" panose="020B0609030202020204" pitchFamily="49" charset="0"/>
                <a:ea typeface="Hack" panose="020B0609030202020204" pitchFamily="49" charset="0"/>
                <a:cs typeface="Hack" panose="020B0609030202020204" pitchFamily="49" charset="0"/>
              </a:rPr>
              <a:t>takes_and_gives_back</a:t>
            </a:r>
            <a:r>
              <a:rPr lang="en-US" dirty="0">
                <a:latin typeface="Hack" panose="020B0609030202020204" pitchFamily="49" charset="0"/>
                <a:ea typeface="Hack" panose="020B0609030202020204" pitchFamily="49" charset="0"/>
                <a:cs typeface="Hack" panose="020B0609030202020204" pitchFamily="49" charset="0"/>
              </a:rPr>
              <a:t>(s2); // s2 is moved into </a:t>
            </a:r>
            <a:r>
              <a:rPr lang="en-US" dirty="0" err="1">
                <a:latin typeface="Hack" panose="020B0609030202020204" pitchFamily="49" charset="0"/>
                <a:ea typeface="Hack" panose="020B0609030202020204" pitchFamily="49" charset="0"/>
                <a:cs typeface="Hack" panose="020B0609030202020204" pitchFamily="49" charset="0"/>
              </a:rPr>
              <a:t>takes_and_gives_back</a:t>
            </a:r>
            <a:r>
              <a:rPr lang="en-US" dirty="0">
                <a:latin typeface="Hack" panose="020B0609030202020204" pitchFamily="49" charset="0"/>
                <a:ea typeface="Hack" panose="020B0609030202020204" pitchFamily="49" charset="0"/>
                <a:cs typeface="Hack" panose="020B0609030202020204" pitchFamily="49" charset="0"/>
              </a:rPr>
              <a:t>, 													  which also returns ownership to s3</a:t>
            </a:r>
          </a:p>
          <a:p>
            <a:endParaRPr lang="en-US" dirty="0">
              <a:latin typeface="Hack" panose="020B0609030202020204" pitchFamily="49" charset="0"/>
              <a:ea typeface="Hack" panose="020B0609030202020204" pitchFamily="49" charset="0"/>
              <a:cs typeface="Hack" panose="020B0609030202020204" pitchFamily="49" charset="0"/>
            </a:endParaRPr>
          </a:p>
          <a:p>
            <a:r>
              <a:rPr lang="en-US" dirty="0">
                <a:latin typeface="Hack" panose="020B0609030202020204" pitchFamily="49" charset="0"/>
                <a:ea typeface="Hack" panose="020B0609030202020204" pitchFamily="49" charset="0"/>
                <a:cs typeface="Hack" panose="020B0609030202020204" pitchFamily="49" charset="0"/>
              </a:rPr>
              <a:t>    // </a:t>
            </a:r>
            <a:r>
              <a:rPr lang="en-US" dirty="0" err="1">
                <a:latin typeface="Hack" panose="020B0609030202020204" pitchFamily="49" charset="0"/>
                <a:ea typeface="Hack" panose="020B0609030202020204" pitchFamily="49" charset="0"/>
                <a:cs typeface="Hack" panose="020B0609030202020204" pitchFamily="49" charset="0"/>
              </a:rPr>
              <a:t>println</a:t>
            </a:r>
            <a:r>
              <a:rPr lang="en-US" dirty="0">
                <a:latin typeface="Hack" panose="020B0609030202020204" pitchFamily="49" charset="0"/>
                <a:ea typeface="Hack" panose="020B0609030202020204" pitchFamily="49" charset="0"/>
                <a:cs typeface="Hack" panose="020B0609030202020204" pitchFamily="49" charset="0"/>
              </a:rPr>
              <a:t>!("{}", s2); // compile-time error because s2 is no longer valid</a:t>
            </a:r>
          </a:p>
          <a:p>
            <a:r>
              <a:rPr lang="en-US" dirty="0">
                <a:latin typeface="Hack" panose="020B0609030202020204" pitchFamily="49" charset="0"/>
                <a:ea typeface="Hack" panose="020B0609030202020204" pitchFamily="49" charset="0"/>
                <a:cs typeface="Hack" panose="020B0609030202020204" pitchFamily="49" charset="0"/>
              </a:rPr>
              <a:t>    </a:t>
            </a:r>
            <a:r>
              <a:rPr lang="en-US" dirty="0" err="1">
                <a:latin typeface="Hack" panose="020B0609030202020204" pitchFamily="49" charset="0"/>
                <a:ea typeface="Hack" panose="020B0609030202020204" pitchFamily="49" charset="0"/>
                <a:cs typeface="Hack" panose="020B0609030202020204" pitchFamily="49" charset="0"/>
              </a:rPr>
              <a:t>println</a:t>
            </a:r>
            <a:r>
              <a:rPr lang="en-US" dirty="0">
                <a:latin typeface="Hack" panose="020B0609030202020204" pitchFamily="49" charset="0"/>
                <a:ea typeface="Hack" panose="020B0609030202020204" pitchFamily="49" charset="0"/>
                <a:cs typeface="Hack" panose="020B0609030202020204" pitchFamily="49" charset="0"/>
              </a:rPr>
              <a:t>!("{}", s3); // s3 owns the String now</a:t>
            </a:r>
          </a:p>
          <a:p>
            <a:r>
              <a:rPr lang="en-US" dirty="0">
                <a:latin typeface="Hack" panose="020B0609030202020204" pitchFamily="49" charset="0"/>
                <a:ea typeface="Hack" panose="020B0609030202020204" pitchFamily="49" charset="0"/>
                <a:cs typeface="Hack" panose="020B0609030202020204" pitchFamily="49" charset="0"/>
              </a:rPr>
              <a:t>}</a:t>
            </a:r>
          </a:p>
          <a:p>
            <a:endParaRPr lang="en-US" dirty="0">
              <a:latin typeface="Hack" panose="020B0609030202020204" pitchFamily="49" charset="0"/>
              <a:ea typeface="Hack" panose="020B0609030202020204" pitchFamily="49" charset="0"/>
              <a:cs typeface="Hack" panose="020B0609030202020204" pitchFamily="49" charset="0"/>
            </a:endParaRPr>
          </a:p>
          <a:p>
            <a:r>
              <a:rPr lang="en-US" dirty="0" err="1">
                <a:latin typeface="Hack" panose="020B0609030202020204" pitchFamily="49" charset="0"/>
                <a:ea typeface="Hack" panose="020B0609030202020204" pitchFamily="49" charset="0"/>
                <a:cs typeface="Hack" panose="020B0609030202020204" pitchFamily="49" charset="0"/>
              </a:rPr>
              <a:t>fn</a:t>
            </a:r>
            <a:r>
              <a:rPr lang="en-US" dirty="0">
                <a:latin typeface="Hack" panose="020B0609030202020204" pitchFamily="49" charset="0"/>
                <a:ea typeface="Hack" panose="020B0609030202020204" pitchFamily="49" charset="0"/>
                <a:cs typeface="Hack" panose="020B0609030202020204" pitchFamily="49" charset="0"/>
              </a:rPr>
              <a:t> </a:t>
            </a:r>
            <a:r>
              <a:rPr lang="en-US" dirty="0" err="1">
                <a:latin typeface="Hack" panose="020B0609030202020204" pitchFamily="49" charset="0"/>
                <a:ea typeface="Hack" panose="020B0609030202020204" pitchFamily="49" charset="0"/>
                <a:cs typeface="Hack" panose="020B0609030202020204" pitchFamily="49" charset="0"/>
              </a:rPr>
              <a:t>gives_ownership</a:t>
            </a:r>
            <a:r>
              <a:rPr lang="en-US" dirty="0">
                <a:latin typeface="Hack" panose="020B0609030202020204" pitchFamily="49" charset="0"/>
                <a:ea typeface="Hack" panose="020B0609030202020204" pitchFamily="49" charset="0"/>
                <a:cs typeface="Hack" panose="020B0609030202020204" pitchFamily="49" charset="0"/>
              </a:rPr>
              <a:t>() -&gt; String {</a:t>
            </a:r>
          </a:p>
          <a:p>
            <a:r>
              <a:rPr lang="en-US" dirty="0">
                <a:latin typeface="Hack" panose="020B0609030202020204" pitchFamily="49" charset="0"/>
                <a:ea typeface="Hack" panose="020B0609030202020204" pitchFamily="49" charset="0"/>
                <a:cs typeface="Hack" panose="020B0609030202020204" pitchFamily="49" charset="0"/>
              </a:rPr>
              <a:t>    let </a:t>
            </a:r>
            <a:r>
              <a:rPr lang="en-US" dirty="0" err="1">
                <a:latin typeface="Hack" panose="020B0609030202020204" pitchFamily="49" charset="0"/>
                <a:ea typeface="Hack" panose="020B0609030202020204" pitchFamily="49" charset="0"/>
                <a:cs typeface="Hack" panose="020B0609030202020204" pitchFamily="49" charset="0"/>
              </a:rPr>
              <a:t>some_string</a:t>
            </a:r>
            <a:r>
              <a:rPr lang="en-US" dirty="0">
                <a:latin typeface="Hack" panose="020B0609030202020204" pitchFamily="49" charset="0"/>
                <a:ea typeface="Hack" panose="020B0609030202020204" pitchFamily="49" charset="0"/>
                <a:cs typeface="Hack" panose="020B0609030202020204" pitchFamily="49" charset="0"/>
              </a:rPr>
              <a:t> = String::from("Hello");</a:t>
            </a:r>
          </a:p>
          <a:p>
            <a:r>
              <a:rPr lang="en-US" dirty="0">
                <a:latin typeface="Hack" panose="020B0609030202020204" pitchFamily="49" charset="0"/>
                <a:ea typeface="Hack" panose="020B0609030202020204" pitchFamily="49" charset="0"/>
                <a:cs typeface="Hack" panose="020B0609030202020204" pitchFamily="49" charset="0"/>
              </a:rPr>
              <a:t>    </a:t>
            </a:r>
            <a:r>
              <a:rPr lang="en-US" dirty="0" err="1">
                <a:latin typeface="Hack" panose="020B0609030202020204" pitchFamily="49" charset="0"/>
                <a:ea typeface="Hack" panose="020B0609030202020204" pitchFamily="49" charset="0"/>
                <a:cs typeface="Hack" panose="020B0609030202020204" pitchFamily="49" charset="0"/>
              </a:rPr>
              <a:t>some_string</a:t>
            </a:r>
            <a:r>
              <a:rPr lang="en-US" dirty="0">
                <a:latin typeface="Hack" panose="020B0609030202020204" pitchFamily="49" charset="0"/>
                <a:ea typeface="Hack" panose="020B0609030202020204" pitchFamily="49" charset="0"/>
                <a:cs typeface="Hack" panose="020B0609030202020204" pitchFamily="49" charset="0"/>
              </a:rPr>
              <a:t> // </a:t>
            </a:r>
            <a:r>
              <a:rPr lang="en-US" dirty="0" err="1">
                <a:latin typeface="Hack" panose="020B0609030202020204" pitchFamily="49" charset="0"/>
                <a:ea typeface="Hack" panose="020B0609030202020204" pitchFamily="49" charset="0"/>
                <a:cs typeface="Hack" panose="020B0609030202020204" pitchFamily="49" charset="0"/>
              </a:rPr>
              <a:t>some_string</a:t>
            </a:r>
            <a:r>
              <a:rPr lang="en-US" dirty="0">
                <a:latin typeface="Hack" panose="020B0609030202020204" pitchFamily="49" charset="0"/>
                <a:ea typeface="Hack" panose="020B0609030202020204" pitchFamily="49" charset="0"/>
                <a:cs typeface="Hack" panose="020B0609030202020204" pitchFamily="49" charset="0"/>
              </a:rPr>
              <a:t> is returned and moves out to the caller</a:t>
            </a:r>
          </a:p>
          <a:p>
            <a:r>
              <a:rPr lang="en-US" dirty="0">
                <a:latin typeface="Hack" panose="020B0609030202020204" pitchFamily="49" charset="0"/>
                <a:ea typeface="Hack" panose="020B0609030202020204" pitchFamily="49" charset="0"/>
                <a:cs typeface="Hack" panose="020B0609030202020204" pitchFamily="49" charset="0"/>
              </a:rPr>
              <a:t>}</a:t>
            </a:r>
          </a:p>
          <a:p>
            <a:endParaRPr lang="en-US" dirty="0">
              <a:latin typeface="Hack" panose="020B0609030202020204" pitchFamily="49" charset="0"/>
              <a:ea typeface="Hack" panose="020B0609030202020204" pitchFamily="49" charset="0"/>
              <a:cs typeface="Hack" panose="020B0609030202020204" pitchFamily="49" charset="0"/>
            </a:endParaRPr>
          </a:p>
          <a:p>
            <a:r>
              <a:rPr lang="en-US" dirty="0" err="1">
                <a:latin typeface="Hack" panose="020B0609030202020204" pitchFamily="49" charset="0"/>
                <a:ea typeface="Hack" panose="020B0609030202020204" pitchFamily="49" charset="0"/>
                <a:cs typeface="Hack" panose="020B0609030202020204" pitchFamily="49" charset="0"/>
              </a:rPr>
              <a:t>fn</a:t>
            </a:r>
            <a:r>
              <a:rPr lang="en-US" dirty="0">
                <a:latin typeface="Hack" panose="020B0609030202020204" pitchFamily="49" charset="0"/>
                <a:ea typeface="Hack" panose="020B0609030202020204" pitchFamily="49" charset="0"/>
                <a:cs typeface="Hack" panose="020B0609030202020204" pitchFamily="49" charset="0"/>
              </a:rPr>
              <a:t> </a:t>
            </a:r>
            <a:r>
              <a:rPr lang="en-US" dirty="0" err="1">
                <a:latin typeface="Hack" panose="020B0609030202020204" pitchFamily="49" charset="0"/>
                <a:ea typeface="Hack" panose="020B0609030202020204" pitchFamily="49" charset="0"/>
                <a:cs typeface="Hack" panose="020B0609030202020204" pitchFamily="49" charset="0"/>
              </a:rPr>
              <a:t>takes_and_gives_back</a:t>
            </a:r>
            <a:r>
              <a:rPr lang="en-US" dirty="0">
                <a:latin typeface="Hack" panose="020B0609030202020204" pitchFamily="49" charset="0"/>
                <a:ea typeface="Hack" panose="020B0609030202020204" pitchFamily="49" charset="0"/>
                <a:cs typeface="Hack" panose="020B0609030202020204" pitchFamily="49" charset="0"/>
              </a:rPr>
              <a:t>(</a:t>
            </a:r>
            <a:r>
              <a:rPr lang="en-US" dirty="0" err="1">
                <a:latin typeface="Hack" panose="020B0609030202020204" pitchFamily="49" charset="0"/>
                <a:ea typeface="Hack" panose="020B0609030202020204" pitchFamily="49" charset="0"/>
                <a:cs typeface="Hack" panose="020B0609030202020204" pitchFamily="49" charset="0"/>
              </a:rPr>
              <a:t>a_string</a:t>
            </a:r>
            <a:r>
              <a:rPr lang="en-US" dirty="0">
                <a:latin typeface="Hack" panose="020B0609030202020204" pitchFamily="49" charset="0"/>
                <a:ea typeface="Hack" panose="020B0609030202020204" pitchFamily="49" charset="0"/>
                <a:cs typeface="Hack" panose="020B0609030202020204" pitchFamily="49" charset="0"/>
              </a:rPr>
              <a:t>: String) -&gt; String {</a:t>
            </a:r>
          </a:p>
          <a:p>
            <a:r>
              <a:rPr lang="en-US" dirty="0">
                <a:latin typeface="Hack" panose="020B0609030202020204" pitchFamily="49" charset="0"/>
                <a:ea typeface="Hack" panose="020B0609030202020204" pitchFamily="49" charset="0"/>
                <a:cs typeface="Hack" panose="020B0609030202020204" pitchFamily="49" charset="0"/>
              </a:rPr>
              <a:t>    </a:t>
            </a:r>
            <a:r>
              <a:rPr lang="en-US" dirty="0" err="1">
                <a:latin typeface="Hack" panose="020B0609030202020204" pitchFamily="49" charset="0"/>
                <a:ea typeface="Hack" panose="020B0609030202020204" pitchFamily="49" charset="0"/>
                <a:cs typeface="Hack" panose="020B0609030202020204" pitchFamily="49" charset="0"/>
              </a:rPr>
              <a:t>a_string</a:t>
            </a:r>
            <a:r>
              <a:rPr lang="en-US" dirty="0">
                <a:latin typeface="Hack" panose="020B0609030202020204" pitchFamily="49" charset="0"/>
                <a:ea typeface="Hack" panose="020B0609030202020204" pitchFamily="49" charset="0"/>
                <a:cs typeface="Hack" panose="020B0609030202020204" pitchFamily="49" charset="0"/>
              </a:rPr>
              <a:t> // </a:t>
            </a:r>
            <a:r>
              <a:rPr lang="en-US" dirty="0" err="1">
                <a:latin typeface="Hack" panose="020B0609030202020204" pitchFamily="49" charset="0"/>
                <a:ea typeface="Hack" panose="020B0609030202020204" pitchFamily="49" charset="0"/>
                <a:cs typeface="Hack" panose="020B0609030202020204" pitchFamily="49" charset="0"/>
              </a:rPr>
              <a:t>a_string</a:t>
            </a:r>
            <a:r>
              <a:rPr lang="en-US" dirty="0">
                <a:latin typeface="Hack" panose="020B0609030202020204" pitchFamily="49" charset="0"/>
                <a:ea typeface="Hack" panose="020B0609030202020204" pitchFamily="49" charset="0"/>
                <a:cs typeface="Hack" panose="020B0609030202020204" pitchFamily="49" charset="0"/>
              </a:rPr>
              <a:t> is returned and moves out to the caller</a:t>
            </a:r>
          </a:p>
          <a:p>
            <a:r>
              <a:rPr lang="en-US" dirty="0">
                <a:latin typeface="Hack" panose="020B0609030202020204" pitchFamily="49" charset="0"/>
                <a:ea typeface="Hack" panose="020B0609030202020204" pitchFamily="49" charset="0"/>
                <a:cs typeface="Hack" panose="020B0609030202020204" pitchFamily="49" charset="0"/>
              </a:rPr>
              <a:t>}</a:t>
            </a:r>
          </a:p>
        </p:txBody>
      </p:sp>
    </p:spTree>
    <p:extLst>
      <p:ext uri="{BB962C8B-B14F-4D97-AF65-F5344CB8AC3E}">
        <p14:creationId xmlns:p14="http://schemas.microsoft.com/office/powerpoint/2010/main" val="99615246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lumMod val="85000"/>
            <a:lumOff val="15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109303-9C9E-6B18-B2B9-EF590716AB5C}"/>
              </a:ext>
            </a:extLst>
          </p:cNvPr>
          <p:cNvSpPr>
            <a:spLocks noGrp="1"/>
          </p:cNvSpPr>
          <p:nvPr>
            <p:ph type="title" idx="4294967295"/>
          </p:nvPr>
        </p:nvSpPr>
        <p:spPr>
          <a:xfrm>
            <a:off x="7344758" y="3994395"/>
            <a:ext cx="4705351" cy="1951037"/>
          </a:xfrm>
        </p:spPr>
        <p:txBody>
          <a:bodyPr vert="horz" lIns="91440" tIns="45720" rIns="91440" bIns="45720" rtlCol="0" anchor="b">
            <a:normAutofit/>
          </a:bodyPr>
          <a:lstStyle/>
          <a:p>
            <a:pPr algn="r"/>
            <a:r>
              <a:rPr lang="en-US" sz="4800" dirty="0"/>
              <a:t>Rust’s ownership and borrowing</a:t>
            </a:r>
          </a:p>
        </p:txBody>
      </p:sp>
      <p:sp>
        <p:nvSpPr>
          <p:cNvPr id="4" name="Text Placeholder 3">
            <a:extLst>
              <a:ext uri="{FF2B5EF4-FFF2-40B4-BE49-F238E27FC236}">
                <a16:creationId xmlns:a16="http://schemas.microsoft.com/office/drawing/2014/main" id="{EAE1BABD-1BDB-4A15-2E6F-A6FBE7BD3DC8}"/>
              </a:ext>
            </a:extLst>
          </p:cNvPr>
          <p:cNvSpPr>
            <a:spLocks noGrp="1"/>
          </p:cNvSpPr>
          <p:nvPr>
            <p:ph type="body" sz="half" idx="4294967295"/>
          </p:nvPr>
        </p:nvSpPr>
        <p:spPr>
          <a:xfrm>
            <a:off x="7420001" y="5830399"/>
            <a:ext cx="4705350" cy="901700"/>
          </a:xfrm>
        </p:spPr>
        <p:txBody>
          <a:bodyPr vert="horz" lIns="91440" tIns="45720" rIns="91440" bIns="45720" rtlCol="0" anchor="b">
            <a:normAutofit/>
          </a:bodyPr>
          <a:lstStyle/>
          <a:p>
            <a:pPr marL="0" indent="0" algn="r">
              <a:buNone/>
            </a:pPr>
            <a:r>
              <a:rPr lang="en-US" sz="1800" cap="all" spc="300" dirty="0"/>
              <a:t>Lifetimes in Function Signatures</a:t>
            </a:r>
          </a:p>
        </p:txBody>
      </p:sp>
      <p:sp>
        <p:nvSpPr>
          <p:cNvPr id="5" name="TextBox 4">
            <a:extLst>
              <a:ext uri="{FF2B5EF4-FFF2-40B4-BE49-F238E27FC236}">
                <a16:creationId xmlns:a16="http://schemas.microsoft.com/office/drawing/2014/main" id="{398F6A90-7B3C-9418-1A20-21B36F0B46D8}"/>
              </a:ext>
            </a:extLst>
          </p:cNvPr>
          <p:cNvSpPr txBox="1"/>
          <p:nvPr/>
        </p:nvSpPr>
        <p:spPr>
          <a:xfrm>
            <a:off x="94250" y="194637"/>
            <a:ext cx="10755458" cy="6663363"/>
          </a:xfrm>
          <a:prstGeom prst="rect">
            <a:avLst/>
          </a:prstGeom>
          <a:noFill/>
        </p:spPr>
        <p:txBody>
          <a:bodyPr wrap="square">
            <a:spAutoFit/>
          </a:bodyPr>
          <a:lstStyle/>
          <a:p>
            <a:pPr>
              <a:spcAft>
                <a:spcPts val="600"/>
              </a:spcAft>
            </a:pPr>
            <a:r>
              <a:rPr lang="en-US" dirty="0" err="1">
                <a:latin typeface="Hack" panose="020B0609030202020204" pitchFamily="49" charset="0"/>
                <a:ea typeface="Hack" panose="020B0609030202020204" pitchFamily="49" charset="0"/>
                <a:cs typeface="Hack" panose="020B0609030202020204" pitchFamily="49" charset="0"/>
              </a:rPr>
              <a:t>fn</a:t>
            </a:r>
            <a:r>
              <a:rPr lang="en-US" dirty="0">
                <a:latin typeface="Hack" panose="020B0609030202020204" pitchFamily="49" charset="0"/>
                <a:ea typeface="Hack" panose="020B0609030202020204" pitchFamily="49" charset="0"/>
                <a:cs typeface="Hack" panose="020B0609030202020204" pitchFamily="49" charset="0"/>
              </a:rPr>
              <a:t> main() {</a:t>
            </a:r>
          </a:p>
          <a:p>
            <a:pPr>
              <a:spcAft>
                <a:spcPts val="600"/>
              </a:spcAft>
            </a:pPr>
            <a:r>
              <a:rPr lang="en-US" dirty="0">
                <a:latin typeface="Hack" panose="020B0609030202020204" pitchFamily="49" charset="0"/>
                <a:ea typeface="Hack" panose="020B0609030202020204" pitchFamily="49" charset="0"/>
                <a:cs typeface="Hack" panose="020B0609030202020204" pitchFamily="49" charset="0"/>
              </a:rPr>
              <a:t>    let string1 = String::from("long string is long");</a:t>
            </a:r>
          </a:p>
          <a:p>
            <a:pPr>
              <a:spcAft>
                <a:spcPts val="600"/>
              </a:spcAft>
            </a:pPr>
            <a:r>
              <a:rPr lang="en-US" dirty="0">
                <a:latin typeface="Hack" panose="020B0609030202020204" pitchFamily="49" charset="0"/>
                <a:ea typeface="Hack" panose="020B0609030202020204" pitchFamily="49" charset="0"/>
                <a:cs typeface="Hack" panose="020B0609030202020204" pitchFamily="49" charset="0"/>
              </a:rPr>
              <a:t>    let result;</a:t>
            </a:r>
          </a:p>
          <a:p>
            <a:pPr>
              <a:spcAft>
                <a:spcPts val="600"/>
              </a:spcAft>
            </a:pPr>
            <a:r>
              <a:rPr lang="en-US" dirty="0">
                <a:latin typeface="Hack" panose="020B0609030202020204" pitchFamily="49" charset="0"/>
                <a:ea typeface="Hack" panose="020B0609030202020204" pitchFamily="49" charset="0"/>
                <a:cs typeface="Hack" panose="020B0609030202020204" pitchFamily="49" charset="0"/>
              </a:rPr>
              <a:t>    {</a:t>
            </a:r>
          </a:p>
          <a:p>
            <a:pPr>
              <a:spcAft>
                <a:spcPts val="600"/>
              </a:spcAft>
            </a:pPr>
            <a:r>
              <a:rPr lang="en-US" dirty="0">
                <a:latin typeface="Hack" panose="020B0609030202020204" pitchFamily="49" charset="0"/>
                <a:ea typeface="Hack" panose="020B0609030202020204" pitchFamily="49" charset="0"/>
                <a:cs typeface="Hack" panose="020B0609030202020204" pitchFamily="49" charset="0"/>
              </a:rPr>
              <a:t>        let string2 = String::from("</a:t>
            </a:r>
            <a:r>
              <a:rPr lang="en-US" dirty="0" err="1">
                <a:latin typeface="Hack" panose="020B0609030202020204" pitchFamily="49" charset="0"/>
                <a:ea typeface="Hack" panose="020B0609030202020204" pitchFamily="49" charset="0"/>
                <a:cs typeface="Hack" panose="020B0609030202020204" pitchFamily="49" charset="0"/>
              </a:rPr>
              <a:t>xyz</a:t>
            </a:r>
            <a:r>
              <a:rPr lang="en-US" dirty="0">
                <a:latin typeface="Hack" panose="020B0609030202020204" pitchFamily="49" charset="0"/>
                <a:ea typeface="Hack" panose="020B0609030202020204" pitchFamily="49" charset="0"/>
                <a:cs typeface="Hack" panose="020B0609030202020204" pitchFamily="49" charset="0"/>
              </a:rPr>
              <a:t>");</a:t>
            </a:r>
          </a:p>
          <a:p>
            <a:pPr>
              <a:spcAft>
                <a:spcPts val="600"/>
              </a:spcAft>
            </a:pPr>
            <a:r>
              <a:rPr lang="en-US" dirty="0">
                <a:latin typeface="Hack" panose="020B0609030202020204" pitchFamily="49" charset="0"/>
                <a:ea typeface="Hack" panose="020B0609030202020204" pitchFamily="49" charset="0"/>
                <a:cs typeface="Hack" panose="020B0609030202020204" pitchFamily="49" charset="0"/>
              </a:rPr>
              <a:t>        result = longest(string1.as_str(), string2.as_str());</a:t>
            </a:r>
          </a:p>
          <a:p>
            <a:pPr>
              <a:spcAft>
                <a:spcPts val="600"/>
              </a:spcAft>
            </a:pPr>
            <a:r>
              <a:rPr lang="en-US" dirty="0">
                <a:latin typeface="Hack" panose="020B0609030202020204" pitchFamily="49" charset="0"/>
                <a:ea typeface="Hack" panose="020B0609030202020204" pitchFamily="49" charset="0"/>
                <a:cs typeface="Hack" panose="020B0609030202020204" pitchFamily="49" charset="0"/>
              </a:rPr>
              <a:t>        // string2 goes out of scope here, but result's lifetime is tied to the shorter of string1 and string2</a:t>
            </a:r>
          </a:p>
          <a:p>
            <a:pPr>
              <a:spcAft>
                <a:spcPts val="600"/>
              </a:spcAft>
            </a:pPr>
            <a:r>
              <a:rPr lang="en-US" dirty="0">
                <a:latin typeface="Hack" panose="020B0609030202020204" pitchFamily="49" charset="0"/>
                <a:ea typeface="Hack" panose="020B0609030202020204" pitchFamily="49" charset="0"/>
                <a:cs typeface="Hack" panose="020B0609030202020204" pitchFamily="49" charset="0"/>
              </a:rPr>
              <a:t>    }</a:t>
            </a:r>
          </a:p>
          <a:p>
            <a:pPr>
              <a:spcAft>
                <a:spcPts val="600"/>
              </a:spcAft>
            </a:pPr>
            <a:r>
              <a:rPr lang="en-US" dirty="0">
                <a:latin typeface="Hack" panose="020B0609030202020204" pitchFamily="49" charset="0"/>
                <a:ea typeface="Hack" panose="020B0609030202020204" pitchFamily="49" charset="0"/>
                <a:cs typeface="Hack" panose="020B0609030202020204" pitchFamily="49" charset="0"/>
              </a:rPr>
              <a:t>    </a:t>
            </a:r>
            <a:r>
              <a:rPr lang="en-US" dirty="0" err="1">
                <a:latin typeface="Hack" panose="020B0609030202020204" pitchFamily="49" charset="0"/>
                <a:ea typeface="Hack" panose="020B0609030202020204" pitchFamily="49" charset="0"/>
                <a:cs typeface="Hack" panose="020B0609030202020204" pitchFamily="49" charset="0"/>
              </a:rPr>
              <a:t>println</a:t>
            </a:r>
            <a:r>
              <a:rPr lang="en-US" dirty="0">
                <a:latin typeface="Hack" panose="020B0609030202020204" pitchFamily="49" charset="0"/>
                <a:ea typeface="Hack" panose="020B0609030202020204" pitchFamily="49" charset="0"/>
                <a:cs typeface="Hack" panose="020B0609030202020204" pitchFamily="49" charset="0"/>
              </a:rPr>
              <a:t>!("The longest string is {}", result);</a:t>
            </a:r>
          </a:p>
          <a:p>
            <a:pPr>
              <a:spcAft>
                <a:spcPts val="600"/>
              </a:spcAft>
            </a:pPr>
            <a:r>
              <a:rPr lang="en-US" dirty="0">
                <a:latin typeface="Hack" panose="020B0609030202020204" pitchFamily="49" charset="0"/>
                <a:ea typeface="Hack" panose="020B0609030202020204" pitchFamily="49" charset="0"/>
                <a:cs typeface="Hack" panose="020B0609030202020204" pitchFamily="49" charset="0"/>
              </a:rPr>
              <a:t>}</a:t>
            </a:r>
          </a:p>
          <a:p>
            <a:pPr>
              <a:spcAft>
                <a:spcPts val="600"/>
              </a:spcAft>
            </a:pPr>
            <a:endParaRPr lang="en-US" dirty="0">
              <a:latin typeface="Hack" panose="020B0609030202020204" pitchFamily="49" charset="0"/>
              <a:ea typeface="Hack" panose="020B0609030202020204" pitchFamily="49" charset="0"/>
              <a:cs typeface="Hack" panose="020B0609030202020204" pitchFamily="49" charset="0"/>
            </a:endParaRPr>
          </a:p>
          <a:p>
            <a:pPr>
              <a:spcAft>
                <a:spcPts val="600"/>
              </a:spcAft>
            </a:pPr>
            <a:r>
              <a:rPr lang="en-US" dirty="0" err="1">
                <a:latin typeface="Hack" panose="020B0609030202020204" pitchFamily="49" charset="0"/>
                <a:ea typeface="Hack" panose="020B0609030202020204" pitchFamily="49" charset="0"/>
                <a:cs typeface="Hack" panose="020B0609030202020204" pitchFamily="49" charset="0"/>
              </a:rPr>
              <a:t>fn</a:t>
            </a:r>
            <a:r>
              <a:rPr lang="en-US" dirty="0">
                <a:latin typeface="Hack" panose="020B0609030202020204" pitchFamily="49" charset="0"/>
                <a:ea typeface="Hack" panose="020B0609030202020204" pitchFamily="49" charset="0"/>
                <a:cs typeface="Hack" panose="020B0609030202020204" pitchFamily="49" charset="0"/>
              </a:rPr>
              <a:t> longest&lt;'a&gt;(x: &amp;'a str, y: &amp;'a str) -&gt; &amp;'a str {</a:t>
            </a:r>
          </a:p>
          <a:p>
            <a:pPr>
              <a:spcAft>
                <a:spcPts val="600"/>
              </a:spcAft>
            </a:pPr>
            <a:r>
              <a:rPr lang="en-US" dirty="0">
                <a:latin typeface="Hack" panose="020B0609030202020204" pitchFamily="49" charset="0"/>
                <a:ea typeface="Hack" panose="020B0609030202020204" pitchFamily="49" charset="0"/>
                <a:cs typeface="Hack" panose="020B0609030202020204" pitchFamily="49" charset="0"/>
              </a:rPr>
              <a:t>    if </a:t>
            </a:r>
            <a:r>
              <a:rPr lang="en-US" dirty="0" err="1">
                <a:latin typeface="Hack" panose="020B0609030202020204" pitchFamily="49" charset="0"/>
                <a:ea typeface="Hack" panose="020B0609030202020204" pitchFamily="49" charset="0"/>
                <a:cs typeface="Hack" panose="020B0609030202020204" pitchFamily="49" charset="0"/>
              </a:rPr>
              <a:t>x.len</a:t>
            </a:r>
            <a:r>
              <a:rPr lang="en-US" dirty="0">
                <a:latin typeface="Hack" panose="020B0609030202020204" pitchFamily="49" charset="0"/>
                <a:ea typeface="Hack" panose="020B0609030202020204" pitchFamily="49" charset="0"/>
                <a:cs typeface="Hack" panose="020B0609030202020204" pitchFamily="49" charset="0"/>
              </a:rPr>
              <a:t>() &gt; </a:t>
            </a:r>
            <a:r>
              <a:rPr lang="en-US" dirty="0" err="1">
                <a:latin typeface="Hack" panose="020B0609030202020204" pitchFamily="49" charset="0"/>
                <a:ea typeface="Hack" panose="020B0609030202020204" pitchFamily="49" charset="0"/>
                <a:cs typeface="Hack" panose="020B0609030202020204" pitchFamily="49" charset="0"/>
              </a:rPr>
              <a:t>y.len</a:t>
            </a:r>
            <a:r>
              <a:rPr lang="en-US" dirty="0">
                <a:latin typeface="Hack" panose="020B0609030202020204" pitchFamily="49" charset="0"/>
                <a:ea typeface="Hack" panose="020B0609030202020204" pitchFamily="49" charset="0"/>
                <a:cs typeface="Hack" panose="020B0609030202020204" pitchFamily="49" charset="0"/>
              </a:rPr>
              <a:t>() {</a:t>
            </a:r>
          </a:p>
          <a:p>
            <a:pPr>
              <a:spcAft>
                <a:spcPts val="600"/>
              </a:spcAft>
            </a:pPr>
            <a:r>
              <a:rPr lang="en-US" dirty="0">
                <a:latin typeface="Hack" panose="020B0609030202020204" pitchFamily="49" charset="0"/>
                <a:ea typeface="Hack" panose="020B0609030202020204" pitchFamily="49" charset="0"/>
                <a:cs typeface="Hack" panose="020B0609030202020204" pitchFamily="49" charset="0"/>
              </a:rPr>
              <a:t>        x</a:t>
            </a:r>
          </a:p>
          <a:p>
            <a:pPr>
              <a:spcAft>
                <a:spcPts val="600"/>
              </a:spcAft>
            </a:pPr>
            <a:r>
              <a:rPr lang="en-US" dirty="0">
                <a:latin typeface="Hack" panose="020B0609030202020204" pitchFamily="49" charset="0"/>
                <a:ea typeface="Hack" panose="020B0609030202020204" pitchFamily="49" charset="0"/>
                <a:cs typeface="Hack" panose="020B0609030202020204" pitchFamily="49" charset="0"/>
              </a:rPr>
              <a:t>    } else {</a:t>
            </a:r>
          </a:p>
          <a:p>
            <a:pPr>
              <a:spcAft>
                <a:spcPts val="600"/>
              </a:spcAft>
            </a:pPr>
            <a:r>
              <a:rPr lang="en-US" dirty="0">
                <a:latin typeface="Hack" panose="020B0609030202020204" pitchFamily="49" charset="0"/>
                <a:ea typeface="Hack" panose="020B0609030202020204" pitchFamily="49" charset="0"/>
                <a:cs typeface="Hack" panose="020B0609030202020204" pitchFamily="49" charset="0"/>
              </a:rPr>
              <a:t>        y</a:t>
            </a:r>
          </a:p>
          <a:p>
            <a:pPr>
              <a:spcAft>
                <a:spcPts val="600"/>
              </a:spcAft>
            </a:pPr>
            <a:r>
              <a:rPr lang="en-US" dirty="0">
                <a:latin typeface="Hack" panose="020B0609030202020204" pitchFamily="49" charset="0"/>
                <a:ea typeface="Hack" panose="020B0609030202020204" pitchFamily="49" charset="0"/>
                <a:cs typeface="Hack" panose="020B0609030202020204" pitchFamily="49" charset="0"/>
              </a:rPr>
              <a:t>    }</a:t>
            </a:r>
          </a:p>
          <a:p>
            <a:pPr>
              <a:spcAft>
                <a:spcPts val="600"/>
              </a:spcAft>
            </a:pPr>
            <a:r>
              <a:rPr lang="en-US" dirty="0">
                <a:latin typeface="Hack" panose="020B0609030202020204" pitchFamily="49" charset="0"/>
                <a:ea typeface="Hack" panose="020B0609030202020204" pitchFamily="49" charset="0"/>
                <a:cs typeface="Hack" panose="020B0609030202020204" pitchFamily="49" charset="0"/>
              </a:rPr>
              <a:t>}</a:t>
            </a:r>
          </a:p>
        </p:txBody>
      </p:sp>
    </p:spTree>
    <p:extLst>
      <p:ext uri="{BB962C8B-B14F-4D97-AF65-F5344CB8AC3E}">
        <p14:creationId xmlns:p14="http://schemas.microsoft.com/office/powerpoint/2010/main" val="52277395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cxnSp>
        <p:nvCxnSpPr>
          <p:cNvPr id="11" name="Straight Connector 10">
            <a:extLst>
              <a:ext uri="{FF2B5EF4-FFF2-40B4-BE49-F238E27FC236}">
                <a16:creationId xmlns:a16="http://schemas.microsoft.com/office/drawing/2014/main" id="{EAD4CCDA-06BF-4D2A-B44F-195AEC0B5B22}"/>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952498" y="6252722"/>
            <a:ext cx="10325101" cy="0"/>
          </a:xfrm>
          <a:prstGeom prst="line">
            <a:avLst/>
          </a:prstGeom>
          <a:ln w="10795">
            <a:solidFill>
              <a:schemeClr val="tx2"/>
            </a:solidFill>
          </a:ln>
        </p:spPr>
        <p:style>
          <a:lnRef idx="1">
            <a:schemeClr val="accent1"/>
          </a:lnRef>
          <a:fillRef idx="0">
            <a:schemeClr val="accent1"/>
          </a:fillRef>
          <a:effectRef idx="0">
            <a:schemeClr val="accent1"/>
          </a:effectRef>
          <a:fontRef idx="minor">
            <a:schemeClr val="tx1"/>
          </a:fontRef>
        </p:style>
      </p:cxnSp>
      <p:sp useBgFill="1">
        <p:nvSpPr>
          <p:cNvPr id="13" name="Rectangle 12">
            <a:extLst>
              <a:ext uri="{FF2B5EF4-FFF2-40B4-BE49-F238E27FC236}">
                <a16:creationId xmlns:a16="http://schemas.microsoft.com/office/drawing/2014/main" id="{3CECA2BE-0443-493F-9413-FC132026C2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a:extLst>
              <a:ext uri="{FF2B5EF4-FFF2-40B4-BE49-F238E27FC236}">
                <a16:creationId xmlns:a16="http://schemas.microsoft.com/office/drawing/2014/main" id="{70B22375-C7B5-73F7-D6B2-E9E68A783AF2}"/>
              </a:ext>
            </a:extLst>
          </p:cNvPr>
          <p:cNvPicPr>
            <a:picLocks noChangeAspect="1"/>
          </p:cNvPicPr>
          <p:nvPr/>
        </p:nvPicPr>
        <p:blipFill>
          <a:blip r:embed="rId2"/>
          <a:srcRect t="5841" r="-1" b="3773"/>
          <a:stretch/>
        </p:blipFill>
        <p:spPr>
          <a:xfrm>
            <a:off x="20" y="1"/>
            <a:ext cx="12188932" cy="6857999"/>
          </a:xfrm>
          <a:prstGeom prst="rect">
            <a:avLst/>
          </a:prstGeom>
        </p:spPr>
      </p:pic>
      <p:sp>
        <p:nvSpPr>
          <p:cNvPr id="15" name="Rectangle 14">
            <a:extLst>
              <a:ext uri="{FF2B5EF4-FFF2-40B4-BE49-F238E27FC236}">
                <a16:creationId xmlns:a16="http://schemas.microsoft.com/office/drawing/2014/main" id="{57C3041F-18C8-4A3F-BB74-556AD210185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2" y="1"/>
            <a:ext cx="12191999" cy="2211293"/>
          </a:xfrm>
          <a:prstGeom prst="rect">
            <a:avLst/>
          </a:prstGeom>
          <a:gradFill flip="none" rotWithShape="1">
            <a:gsLst>
              <a:gs pos="0">
                <a:srgbClr val="000000">
                  <a:alpha val="0"/>
                </a:srgbClr>
              </a:gs>
              <a:gs pos="49000">
                <a:srgbClr val="000000">
                  <a:alpha val="45000"/>
                </a:srgbClr>
              </a:gs>
              <a:gs pos="100000">
                <a:srgbClr val="000000">
                  <a:alpha val="64000"/>
                </a:srgb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3">
            <a:extLst>
              <a:ext uri="{FF2B5EF4-FFF2-40B4-BE49-F238E27FC236}">
                <a16:creationId xmlns:a16="http://schemas.microsoft.com/office/drawing/2014/main" id="{2813A5FC-3FE0-2C40-6F09-DBF34C6A7023}"/>
              </a:ext>
            </a:extLst>
          </p:cNvPr>
          <p:cNvSpPr>
            <a:spLocks noGrp="1"/>
          </p:cNvSpPr>
          <p:nvPr>
            <p:ph type="title"/>
          </p:nvPr>
        </p:nvSpPr>
        <p:spPr>
          <a:xfrm>
            <a:off x="952500" y="598393"/>
            <a:ext cx="6855490" cy="1192455"/>
          </a:xfrm>
        </p:spPr>
        <p:txBody>
          <a:bodyPr vert="horz" lIns="91440" tIns="45720" rIns="91440" bIns="45720" rtlCol="0" anchor="t">
            <a:normAutofit/>
          </a:bodyPr>
          <a:lstStyle/>
          <a:p>
            <a:r>
              <a:rPr lang="en-US" sz="4800">
                <a:solidFill>
                  <a:srgbClr val="FFFFFF"/>
                </a:solidFill>
              </a:rPr>
              <a:t>Concurrency</a:t>
            </a:r>
          </a:p>
        </p:txBody>
      </p:sp>
      <p:sp>
        <p:nvSpPr>
          <p:cNvPr id="17" name="Rectangle 16">
            <a:extLst>
              <a:ext uri="{FF2B5EF4-FFF2-40B4-BE49-F238E27FC236}">
                <a16:creationId xmlns:a16="http://schemas.microsoft.com/office/drawing/2014/main" id="{72B28B90-B579-47ED-A625-BAD03AE6C0E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 y="4930588"/>
            <a:ext cx="12191999" cy="1927411"/>
          </a:xfrm>
          <a:prstGeom prst="rect">
            <a:avLst/>
          </a:prstGeom>
          <a:gradFill flip="none" rotWithShape="1">
            <a:gsLst>
              <a:gs pos="0">
                <a:srgbClr val="000000">
                  <a:alpha val="0"/>
                </a:srgbClr>
              </a:gs>
              <a:gs pos="49000">
                <a:srgbClr val="000000">
                  <a:alpha val="45000"/>
                </a:srgbClr>
              </a:gs>
              <a:gs pos="100000">
                <a:srgbClr val="000000">
                  <a:alpha val="64000"/>
                </a:srgb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4">
            <a:extLst>
              <a:ext uri="{FF2B5EF4-FFF2-40B4-BE49-F238E27FC236}">
                <a16:creationId xmlns:a16="http://schemas.microsoft.com/office/drawing/2014/main" id="{6D28F61E-4F3C-D583-3289-A85A2FBD9BA2}"/>
              </a:ext>
            </a:extLst>
          </p:cNvPr>
          <p:cNvSpPr>
            <a:spLocks noGrp="1"/>
          </p:cNvSpPr>
          <p:nvPr>
            <p:ph type="body" idx="1"/>
          </p:nvPr>
        </p:nvSpPr>
        <p:spPr>
          <a:xfrm>
            <a:off x="952500" y="5661214"/>
            <a:ext cx="9563100" cy="461867"/>
          </a:xfrm>
        </p:spPr>
        <p:txBody>
          <a:bodyPr vert="horz" lIns="91440" tIns="45720" rIns="91440" bIns="45720" rtlCol="0" anchor="t">
            <a:normAutofit/>
          </a:bodyPr>
          <a:lstStyle/>
          <a:p>
            <a:r>
              <a:rPr lang="en-US" sz="1800" cap="all" spc="300">
                <a:solidFill>
                  <a:srgbClr val="FFFFFF"/>
                </a:solidFill>
              </a:rPr>
              <a:t>Rust-ifying Your C# Codebase</a:t>
            </a:r>
          </a:p>
        </p:txBody>
      </p:sp>
      <p:cxnSp>
        <p:nvCxnSpPr>
          <p:cNvPr id="19" name="Straight Connector 18">
            <a:extLst>
              <a:ext uri="{FF2B5EF4-FFF2-40B4-BE49-F238E27FC236}">
                <a16:creationId xmlns:a16="http://schemas.microsoft.com/office/drawing/2014/main" id="{16BEECB0-0766-4C59-B86E-5D26B7D8EF4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952500" y="6259606"/>
            <a:ext cx="10325101" cy="0"/>
          </a:xfrm>
          <a:prstGeom prst="line">
            <a:avLst/>
          </a:prstGeom>
          <a:ln w="10795">
            <a:solidFill>
              <a:srgbClr val="FFFFFF"/>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6533869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lumMod val="85000"/>
            <a:lumOff val="15000"/>
          </a:schemeClr>
        </a:solidFill>
        <a:effectLst/>
      </p:bgPr>
    </p:bg>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4C51A383-50B2-8EF8-2FA0-0CC3F18D1FDB}"/>
              </a:ext>
            </a:extLst>
          </p:cNvPr>
          <p:cNvSpPr txBox="1"/>
          <p:nvPr/>
        </p:nvSpPr>
        <p:spPr>
          <a:xfrm>
            <a:off x="262759" y="898635"/>
            <a:ext cx="11929241" cy="5909310"/>
          </a:xfrm>
          <a:prstGeom prst="rect">
            <a:avLst/>
          </a:prstGeom>
          <a:noFill/>
        </p:spPr>
        <p:txBody>
          <a:bodyPr wrap="square">
            <a:spAutoFit/>
          </a:bodyPr>
          <a:lstStyle/>
          <a:p>
            <a:r>
              <a:rPr lang="en-US" dirty="0">
                <a:latin typeface="Hack" panose="020B0609030202020204" pitchFamily="49" charset="0"/>
                <a:ea typeface="Hack" panose="020B0609030202020204" pitchFamily="49" charset="0"/>
                <a:cs typeface="Hack" panose="020B0609030202020204" pitchFamily="49" charset="0"/>
              </a:rPr>
              <a:t>class Program</a:t>
            </a:r>
          </a:p>
          <a:p>
            <a:r>
              <a:rPr lang="en-US" dirty="0">
                <a:latin typeface="Hack" panose="020B0609030202020204" pitchFamily="49" charset="0"/>
                <a:ea typeface="Hack" panose="020B0609030202020204" pitchFamily="49" charset="0"/>
                <a:cs typeface="Hack" panose="020B0609030202020204" pitchFamily="49" charset="0"/>
              </a:rPr>
              <a:t>{</a:t>
            </a:r>
          </a:p>
          <a:p>
            <a:r>
              <a:rPr lang="en-US" dirty="0">
                <a:latin typeface="Hack" panose="020B0609030202020204" pitchFamily="49" charset="0"/>
                <a:ea typeface="Hack" panose="020B0609030202020204" pitchFamily="49" charset="0"/>
                <a:cs typeface="Hack" panose="020B0609030202020204" pitchFamily="49" charset="0"/>
              </a:rPr>
              <a:t>    static async Task Main(string[] </a:t>
            </a:r>
            <a:r>
              <a:rPr lang="en-US" dirty="0" err="1">
                <a:latin typeface="Hack" panose="020B0609030202020204" pitchFamily="49" charset="0"/>
                <a:ea typeface="Hack" panose="020B0609030202020204" pitchFamily="49" charset="0"/>
                <a:cs typeface="Hack" panose="020B0609030202020204" pitchFamily="49" charset="0"/>
              </a:rPr>
              <a:t>args</a:t>
            </a:r>
            <a:r>
              <a:rPr lang="en-US" dirty="0">
                <a:latin typeface="Hack" panose="020B0609030202020204" pitchFamily="49" charset="0"/>
                <a:ea typeface="Hack" panose="020B0609030202020204" pitchFamily="49" charset="0"/>
                <a:cs typeface="Hack" panose="020B0609030202020204" pitchFamily="49" charset="0"/>
              </a:rPr>
              <a:t>)</a:t>
            </a:r>
          </a:p>
          <a:p>
            <a:r>
              <a:rPr lang="en-US" dirty="0">
                <a:latin typeface="Hack" panose="020B0609030202020204" pitchFamily="49" charset="0"/>
                <a:ea typeface="Hack" panose="020B0609030202020204" pitchFamily="49" charset="0"/>
                <a:cs typeface="Hack" panose="020B0609030202020204" pitchFamily="49" charset="0"/>
              </a:rPr>
              <a:t>    {</a:t>
            </a:r>
          </a:p>
          <a:p>
            <a:r>
              <a:rPr lang="en-US" dirty="0">
                <a:latin typeface="Hack" panose="020B0609030202020204" pitchFamily="49" charset="0"/>
                <a:ea typeface="Hack" panose="020B0609030202020204" pitchFamily="49" charset="0"/>
                <a:cs typeface="Hack" panose="020B0609030202020204" pitchFamily="49" charset="0"/>
              </a:rPr>
              <a:t>        </a:t>
            </a:r>
            <a:r>
              <a:rPr lang="en-US" dirty="0" err="1">
                <a:latin typeface="Hack" panose="020B0609030202020204" pitchFamily="49" charset="0"/>
                <a:ea typeface="Hack" panose="020B0609030202020204" pitchFamily="49" charset="0"/>
                <a:cs typeface="Hack" panose="020B0609030202020204" pitchFamily="49" charset="0"/>
              </a:rPr>
              <a:t>Console.WriteLine</a:t>
            </a:r>
            <a:r>
              <a:rPr lang="en-US" dirty="0">
                <a:latin typeface="Hack" panose="020B0609030202020204" pitchFamily="49" charset="0"/>
                <a:ea typeface="Hack" panose="020B0609030202020204" pitchFamily="49" charset="0"/>
                <a:cs typeface="Hack" panose="020B0609030202020204" pitchFamily="49" charset="0"/>
              </a:rPr>
              <a:t>("Starting async method...");</a:t>
            </a:r>
          </a:p>
          <a:p>
            <a:r>
              <a:rPr lang="en-US" dirty="0">
                <a:latin typeface="Hack" panose="020B0609030202020204" pitchFamily="49" charset="0"/>
                <a:ea typeface="Hack" panose="020B0609030202020204" pitchFamily="49" charset="0"/>
                <a:cs typeface="Hack" panose="020B0609030202020204" pitchFamily="49" charset="0"/>
              </a:rPr>
              <a:t>        string result = await </a:t>
            </a:r>
            <a:r>
              <a:rPr lang="en-US" dirty="0" err="1">
                <a:latin typeface="Hack" panose="020B0609030202020204" pitchFamily="49" charset="0"/>
                <a:ea typeface="Hack" panose="020B0609030202020204" pitchFamily="49" charset="0"/>
                <a:cs typeface="Hack" panose="020B0609030202020204" pitchFamily="49" charset="0"/>
              </a:rPr>
              <a:t>FetchDataAsync</a:t>
            </a:r>
            <a:r>
              <a:rPr lang="en-US" dirty="0">
                <a:latin typeface="Hack" panose="020B0609030202020204" pitchFamily="49" charset="0"/>
                <a:ea typeface="Hack" panose="020B0609030202020204" pitchFamily="49" charset="0"/>
                <a:cs typeface="Hack" panose="020B0609030202020204" pitchFamily="49" charset="0"/>
              </a:rPr>
              <a:t>("https://</a:t>
            </a:r>
            <a:r>
              <a:rPr lang="en-US" dirty="0" err="1">
                <a:latin typeface="Hack" panose="020B0609030202020204" pitchFamily="49" charset="0"/>
                <a:ea typeface="Hack" panose="020B0609030202020204" pitchFamily="49" charset="0"/>
                <a:cs typeface="Hack" panose="020B0609030202020204" pitchFamily="49" charset="0"/>
              </a:rPr>
              <a:t>async.com</a:t>
            </a:r>
            <a:r>
              <a:rPr lang="en-US" dirty="0">
                <a:latin typeface="Hack" panose="020B0609030202020204" pitchFamily="49" charset="0"/>
                <a:ea typeface="Hack" panose="020B0609030202020204" pitchFamily="49" charset="0"/>
                <a:cs typeface="Hack" panose="020B0609030202020204" pitchFamily="49" charset="0"/>
              </a:rPr>
              <a:t>/</a:t>
            </a:r>
            <a:r>
              <a:rPr lang="en-US" dirty="0" err="1">
                <a:latin typeface="Hack" panose="020B0609030202020204" pitchFamily="49" charset="0"/>
                <a:ea typeface="Hack" panose="020B0609030202020204" pitchFamily="49" charset="0"/>
                <a:cs typeface="Hack" panose="020B0609030202020204" pitchFamily="49" charset="0"/>
              </a:rPr>
              <a:t>todos</a:t>
            </a:r>
            <a:r>
              <a:rPr lang="en-US" dirty="0">
                <a:latin typeface="Hack" panose="020B0609030202020204" pitchFamily="49" charset="0"/>
                <a:ea typeface="Hack" panose="020B0609030202020204" pitchFamily="49" charset="0"/>
                <a:cs typeface="Hack" panose="020B0609030202020204" pitchFamily="49" charset="0"/>
              </a:rPr>
              <a:t>/1");</a:t>
            </a:r>
          </a:p>
          <a:p>
            <a:r>
              <a:rPr lang="en-US" dirty="0">
                <a:latin typeface="Hack" panose="020B0609030202020204" pitchFamily="49" charset="0"/>
                <a:ea typeface="Hack" panose="020B0609030202020204" pitchFamily="49" charset="0"/>
                <a:cs typeface="Hack" panose="020B0609030202020204" pitchFamily="49" charset="0"/>
              </a:rPr>
              <a:t>        </a:t>
            </a:r>
            <a:r>
              <a:rPr lang="en-US" dirty="0" err="1">
                <a:latin typeface="Hack" panose="020B0609030202020204" pitchFamily="49" charset="0"/>
                <a:ea typeface="Hack" panose="020B0609030202020204" pitchFamily="49" charset="0"/>
                <a:cs typeface="Hack" panose="020B0609030202020204" pitchFamily="49" charset="0"/>
              </a:rPr>
              <a:t>Console.WriteLine</a:t>
            </a:r>
            <a:r>
              <a:rPr lang="en-US" dirty="0">
                <a:latin typeface="Hack" panose="020B0609030202020204" pitchFamily="49" charset="0"/>
                <a:ea typeface="Hack" panose="020B0609030202020204" pitchFamily="49" charset="0"/>
                <a:cs typeface="Hack" panose="020B0609030202020204" pitchFamily="49" charset="0"/>
              </a:rPr>
              <a:t>("Data fetched:");</a:t>
            </a:r>
          </a:p>
          <a:p>
            <a:r>
              <a:rPr lang="en-US" dirty="0">
                <a:latin typeface="Hack" panose="020B0609030202020204" pitchFamily="49" charset="0"/>
                <a:ea typeface="Hack" panose="020B0609030202020204" pitchFamily="49" charset="0"/>
                <a:cs typeface="Hack" panose="020B0609030202020204" pitchFamily="49" charset="0"/>
              </a:rPr>
              <a:t>        </a:t>
            </a:r>
            <a:r>
              <a:rPr lang="en-US" dirty="0" err="1">
                <a:latin typeface="Hack" panose="020B0609030202020204" pitchFamily="49" charset="0"/>
                <a:ea typeface="Hack" panose="020B0609030202020204" pitchFamily="49" charset="0"/>
                <a:cs typeface="Hack" panose="020B0609030202020204" pitchFamily="49" charset="0"/>
              </a:rPr>
              <a:t>Console.WriteLine</a:t>
            </a:r>
            <a:r>
              <a:rPr lang="en-US" dirty="0">
                <a:latin typeface="Hack" panose="020B0609030202020204" pitchFamily="49" charset="0"/>
                <a:ea typeface="Hack" panose="020B0609030202020204" pitchFamily="49" charset="0"/>
                <a:cs typeface="Hack" panose="020B0609030202020204" pitchFamily="49" charset="0"/>
              </a:rPr>
              <a:t>(result);</a:t>
            </a:r>
          </a:p>
          <a:p>
            <a:r>
              <a:rPr lang="en-US" dirty="0">
                <a:latin typeface="Hack" panose="020B0609030202020204" pitchFamily="49" charset="0"/>
                <a:ea typeface="Hack" panose="020B0609030202020204" pitchFamily="49" charset="0"/>
                <a:cs typeface="Hack" panose="020B0609030202020204" pitchFamily="49" charset="0"/>
              </a:rPr>
              <a:t>    }</a:t>
            </a:r>
          </a:p>
          <a:p>
            <a:endParaRPr lang="en-US" dirty="0">
              <a:latin typeface="Hack" panose="020B0609030202020204" pitchFamily="49" charset="0"/>
              <a:ea typeface="Hack" panose="020B0609030202020204" pitchFamily="49" charset="0"/>
              <a:cs typeface="Hack" panose="020B0609030202020204" pitchFamily="49" charset="0"/>
            </a:endParaRPr>
          </a:p>
          <a:p>
            <a:r>
              <a:rPr lang="en-US" dirty="0">
                <a:latin typeface="Hack" panose="020B0609030202020204" pitchFamily="49" charset="0"/>
                <a:ea typeface="Hack" panose="020B0609030202020204" pitchFamily="49" charset="0"/>
                <a:cs typeface="Hack" panose="020B0609030202020204" pitchFamily="49" charset="0"/>
              </a:rPr>
              <a:t>    static async Task&lt;string&gt; </a:t>
            </a:r>
            <a:r>
              <a:rPr lang="en-US" dirty="0" err="1">
                <a:latin typeface="Hack" panose="020B0609030202020204" pitchFamily="49" charset="0"/>
                <a:ea typeface="Hack" panose="020B0609030202020204" pitchFamily="49" charset="0"/>
                <a:cs typeface="Hack" panose="020B0609030202020204" pitchFamily="49" charset="0"/>
              </a:rPr>
              <a:t>FetchDataAsync</a:t>
            </a:r>
            <a:r>
              <a:rPr lang="en-US" dirty="0">
                <a:latin typeface="Hack" panose="020B0609030202020204" pitchFamily="49" charset="0"/>
                <a:ea typeface="Hack" panose="020B0609030202020204" pitchFamily="49" charset="0"/>
                <a:cs typeface="Hack" panose="020B0609030202020204" pitchFamily="49" charset="0"/>
              </a:rPr>
              <a:t>(string </a:t>
            </a:r>
            <a:r>
              <a:rPr lang="en-US" dirty="0" err="1">
                <a:latin typeface="Hack" panose="020B0609030202020204" pitchFamily="49" charset="0"/>
                <a:ea typeface="Hack" panose="020B0609030202020204" pitchFamily="49" charset="0"/>
                <a:cs typeface="Hack" panose="020B0609030202020204" pitchFamily="49" charset="0"/>
              </a:rPr>
              <a:t>url</a:t>
            </a:r>
            <a:r>
              <a:rPr lang="en-US" dirty="0">
                <a:latin typeface="Hack" panose="020B0609030202020204" pitchFamily="49" charset="0"/>
                <a:ea typeface="Hack" panose="020B0609030202020204" pitchFamily="49" charset="0"/>
                <a:cs typeface="Hack" panose="020B0609030202020204" pitchFamily="49" charset="0"/>
              </a:rPr>
              <a:t>)</a:t>
            </a:r>
          </a:p>
          <a:p>
            <a:r>
              <a:rPr lang="en-US" dirty="0">
                <a:latin typeface="Hack" panose="020B0609030202020204" pitchFamily="49" charset="0"/>
                <a:ea typeface="Hack" panose="020B0609030202020204" pitchFamily="49" charset="0"/>
                <a:cs typeface="Hack" panose="020B0609030202020204" pitchFamily="49" charset="0"/>
              </a:rPr>
              <a:t>    {</a:t>
            </a:r>
          </a:p>
          <a:p>
            <a:r>
              <a:rPr lang="en-US" dirty="0">
                <a:latin typeface="Hack" panose="020B0609030202020204" pitchFamily="49" charset="0"/>
                <a:ea typeface="Hack" panose="020B0609030202020204" pitchFamily="49" charset="0"/>
                <a:cs typeface="Hack" panose="020B0609030202020204" pitchFamily="49" charset="0"/>
              </a:rPr>
              <a:t>        using </a:t>
            </a:r>
            <a:r>
              <a:rPr lang="en-US" dirty="0" err="1">
                <a:latin typeface="Hack" panose="020B0609030202020204" pitchFamily="49" charset="0"/>
                <a:ea typeface="Hack" panose="020B0609030202020204" pitchFamily="49" charset="0"/>
                <a:cs typeface="Hack" panose="020B0609030202020204" pitchFamily="49" charset="0"/>
              </a:rPr>
              <a:t>HttpClient</a:t>
            </a:r>
            <a:r>
              <a:rPr lang="en-US" dirty="0">
                <a:latin typeface="Hack" panose="020B0609030202020204" pitchFamily="49" charset="0"/>
                <a:ea typeface="Hack" panose="020B0609030202020204" pitchFamily="49" charset="0"/>
                <a:cs typeface="Hack" panose="020B0609030202020204" pitchFamily="49" charset="0"/>
              </a:rPr>
              <a:t> client = new </a:t>
            </a:r>
            <a:r>
              <a:rPr lang="en-US" dirty="0" err="1">
                <a:latin typeface="Hack" panose="020B0609030202020204" pitchFamily="49" charset="0"/>
                <a:ea typeface="Hack" panose="020B0609030202020204" pitchFamily="49" charset="0"/>
                <a:cs typeface="Hack" panose="020B0609030202020204" pitchFamily="49" charset="0"/>
              </a:rPr>
              <a:t>HttpClient</a:t>
            </a:r>
            <a:r>
              <a:rPr lang="en-US" dirty="0">
                <a:latin typeface="Hack" panose="020B0609030202020204" pitchFamily="49" charset="0"/>
                <a:ea typeface="Hack" panose="020B0609030202020204" pitchFamily="49" charset="0"/>
                <a:cs typeface="Hack" panose="020B0609030202020204" pitchFamily="49" charset="0"/>
              </a:rPr>
              <a:t>();</a:t>
            </a:r>
          </a:p>
          <a:p>
            <a:r>
              <a:rPr lang="en-US" dirty="0">
                <a:latin typeface="Hack" panose="020B0609030202020204" pitchFamily="49" charset="0"/>
                <a:ea typeface="Hack" panose="020B0609030202020204" pitchFamily="49" charset="0"/>
                <a:cs typeface="Hack" panose="020B0609030202020204" pitchFamily="49" charset="0"/>
              </a:rPr>
              <a:t>        </a:t>
            </a:r>
            <a:r>
              <a:rPr lang="en-US" dirty="0" err="1">
                <a:latin typeface="Hack" panose="020B0609030202020204" pitchFamily="49" charset="0"/>
                <a:ea typeface="Hack" panose="020B0609030202020204" pitchFamily="49" charset="0"/>
                <a:cs typeface="Hack" panose="020B0609030202020204" pitchFamily="49" charset="0"/>
              </a:rPr>
              <a:t>HttpResponseMessage</a:t>
            </a:r>
            <a:r>
              <a:rPr lang="en-US" dirty="0">
                <a:latin typeface="Hack" panose="020B0609030202020204" pitchFamily="49" charset="0"/>
                <a:ea typeface="Hack" panose="020B0609030202020204" pitchFamily="49" charset="0"/>
                <a:cs typeface="Hack" panose="020B0609030202020204" pitchFamily="49" charset="0"/>
              </a:rPr>
              <a:t> response = await </a:t>
            </a:r>
            <a:r>
              <a:rPr lang="en-US" dirty="0" err="1">
                <a:latin typeface="Hack" panose="020B0609030202020204" pitchFamily="49" charset="0"/>
                <a:ea typeface="Hack" panose="020B0609030202020204" pitchFamily="49" charset="0"/>
                <a:cs typeface="Hack" panose="020B0609030202020204" pitchFamily="49" charset="0"/>
              </a:rPr>
              <a:t>client.GetAsync</a:t>
            </a:r>
            <a:r>
              <a:rPr lang="en-US" dirty="0">
                <a:latin typeface="Hack" panose="020B0609030202020204" pitchFamily="49" charset="0"/>
                <a:ea typeface="Hack" panose="020B0609030202020204" pitchFamily="49" charset="0"/>
                <a:cs typeface="Hack" panose="020B0609030202020204" pitchFamily="49" charset="0"/>
              </a:rPr>
              <a:t>(</a:t>
            </a:r>
            <a:r>
              <a:rPr lang="en-US" dirty="0" err="1">
                <a:latin typeface="Hack" panose="020B0609030202020204" pitchFamily="49" charset="0"/>
                <a:ea typeface="Hack" panose="020B0609030202020204" pitchFamily="49" charset="0"/>
                <a:cs typeface="Hack" panose="020B0609030202020204" pitchFamily="49" charset="0"/>
              </a:rPr>
              <a:t>url</a:t>
            </a:r>
            <a:r>
              <a:rPr lang="en-US" dirty="0">
                <a:latin typeface="Hack" panose="020B0609030202020204" pitchFamily="49" charset="0"/>
                <a:ea typeface="Hack" panose="020B0609030202020204" pitchFamily="49" charset="0"/>
                <a:cs typeface="Hack" panose="020B0609030202020204" pitchFamily="49" charset="0"/>
              </a:rPr>
              <a:t>);</a:t>
            </a:r>
          </a:p>
          <a:p>
            <a:endParaRPr lang="en-US" dirty="0">
              <a:latin typeface="Hack" panose="020B0609030202020204" pitchFamily="49" charset="0"/>
              <a:ea typeface="Hack" panose="020B0609030202020204" pitchFamily="49" charset="0"/>
              <a:cs typeface="Hack" panose="020B0609030202020204" pitchFamily="49" charset="0"/>
            </a:endParaRPr>
          </a:p>
          <a:p>
            <a:r>
              <a:rPr lang="en-US" dirty="0">
                <a:latin typeface="Hack" panose="020B0609030202020204" pitchFamily="49" charset="0"/>
                <a:ea typeface="Hack" panose="020B0609030202020204" pitchFamily="49" charset="0"/>
                <a:cs typeface="Hack" panose="020B0609030202020204" pitchFamily="49" charset="0"/>
              </a:rPr>
              <a:t>        </a:t>
            </a:r>
            <a:r>
              <a:rPr lang="en-US" dirty="0" err="1">
                <a:latin typeface="Hack" panose="020B0609030202020204" pitchFamily="49" charset="0"/>
                <a:ea typeface="Hack" panose="020B0609030202020204" pitchFamily="49" charset="0"/>
                <a:cs typeface="Hack" panose="020B0609030202020204" pitchFamily="49" charset="0"/>
              </a:rPr>
              <a:t>response.EnsureSuccessStatusCode</a:t>
            </a:r>
            <a:r>
              <a:rPr lang="en-US" dirty="0">
                <a:latin typeface="Hack" panose="020B0609030202020204" pitchFamily="49" charset="0"/>
                <a:ea typeface="Hack" panose="020B0609030202020204" pitchFamily="49" charset="0"/>
                <a:cs typeface="Hack" panose="020B0609030202020204" pitchFamily="49" charset="0"/>
              </a:rPr>
              <a:t>();</a:t>
            </a:r>
          </a:p>
          <a:p>
            <a:endParaRPr lang="en-US" dirty="0">
              <a:latin typeface="Hack" panose="020B0609030202020204" pitchFamily="49" charset="0"/>
              <a:ea typeface="Hack" panose="020B0609030202020204" pitchFamily="49" charset="0"/>
              <a:cs typeface="Hack" panose="020B0609030202020204" pitchFamily="49" charset="0"/>
            </a:endParaRPr>
          </a:p>
          <a:p>
            <a:r>
              <a:rPr lang="en-US" dirty="0">
                <a:latin typeface="Hack" panose="020B0609030202020204" pitchFamily="49" charset="0"/>
                <a:ea typeface="Hack" panose="020B0609030202020204" pitchFamily="49" charset="0"/>
                <a:cs typeface="Hack" panose="020B0609030202020204" pitchFamily="49" charset="0"/>
              </a:rPr>
              <a:t>        string </a:t>
            </a:r>
            <a:r>
              <a:rPr lang="en-US" dirty="0" err="1">
                <a:latin typeface="Hack" panose="020B0609030202020204" pitchFamily="49" charset="0"/>
                <a:ea typeface="Hack" panose="020B0609030202020204" pitchFamily="49" charset="0"/>
                <a:cs typeface="Hack" panose="020B0609030202020204" pitchFamily="49" charset="0"/>
              </a:rPr>
              <a:t>responseData</a:t>
            </a:r>
            <a:r>
              <a:rPr lang="en-US" dirty="0">
                <a:latin typeface="Hack" panose="020B0609030202020204" pitchFamily="49" charset="0"/>
                <a:ea typeface="Hack" panose="020B0609030202020204" pitchFamily="49" charset="0"/>
                <a:cs typeface="Hack" panose="020B0609030202020204" pitchFamily="49" charset="0"/>
              </a:rPr>
              <a:t> = await </a:t>
            </a:r>
            <a:r>
              <a:rPr lang="en-US" dirty="0" err="1">
                <a:latin typeface="Hack" panose="020B0609030202020204" pitchFamily="49" charset="0"/>
                <a:ea typeface="Hack" panose="020B0609030202020204" pitchFamily="49" charset="0"/>
                <a:cs typeface="Hack" panose="020B0609030202020204" pitchFamily="49" charset="0"/>
              </a:rPr>
              <a:t>response.Content.ReadAsStringAsync</a:t>
            </a:r>
            <a:r>
              <a:rPr lang="en-US" dirty="0">
                <a:latin typeface="Hack" panose="020B0609030202020204" pitchFamily="49" charset="0"/>
                <a:ea typeface="Hack" panose="020B0609030202020204" pitchFamily="49" charset="0"/>
                <a:cs typeface="Hack" panose="020B0609030202020204" pitchFamily="49" charset="0"/>
              </a:rPr>
              <a:t>();</a:t>
            </a:r>
          </a:p>
          <a:p>
            <a:r>
              <a:rPr lang="en-US" dirty="0">
                <a:latin typeface="Hack" panose="020B0609030202020204" pitchFamily="49" charset="0"/>
                <a:ea typeface="Hack" panose="020B0609030202020204" pitchFamily="49" charset="0"/>
                <a:cs typeface="Hack" panose="020B0609030202020204" pitchFamily="49" charset="0"/>
              </a:rPr>
              <a:t>        return </a:t>
            </a:r>
            <a:r>
              <a:rPr lang="en-US" dirty="0" err="1">
                <a:latin typeface="Hack" panose="020B0609030202020204" pitchFamily="49" charset="0"/>
                <a:ea typeface="Hack" panose="020B0609030202020204" pitchFamily="49" charset="0"/>
                <a:cs typeface="Hack" panose="020B0609030202020204" pitchFamily="49" charset="0"/>
              </a:rPr>
              <a:t>responseData</a:t>
            </a:r>
            <a:r>
              <a:rPr lang="en-US" dirty="0">
                <a:latin typeface="Hack" panose="020B0609030202020204" pitchFamily="49" charset="0"/>
                <a:ea typeface="Hack" panose="020B0609030202020204" pitchFamily="49" charset="0"/>
                <a:cs typeface="Hack" panose="020B0609030202020204" pitchFamily="49" charset="0"/>
              </a:rPr>
              <a:t>;</a:t>
            </a:r>
          </a:p>
          <a:p>
            <a:r>
              <a:rPr lang="en-US" dirty="0">
                <a:latin typeface="Hack" panose="020B0609030202020204" pitchFamily="49" charset="0"/>
                <a:ea typeface="Hack" panose="020B0609030202020204" pitchFamily="49" charset="0"/>
                <a:cs typeface="Hack" panose="020B0609030202020204" pitchFamily="49" charset="0"/>
              </a:rPr>
              <a:t>    }</a:t>
            </a:r>
          </a:p>
          <a:p>
            <a:r>
              <a:rPr lang="en-US" dirty="0">
                <a:latin typeface="Hack" panose="020B0609030202020204" pitchFamily="49" charset="0"/>
                <a:ea typeface="Hack" panose="020B0609030202020204" pitchFamily="49" charset="0"/>
                <a:cs typeface="Hack" panose="020B0609030202020204" pitchFamily="49" charset="0"/>
              </a:rPr>
              <a:t>}</a:t>
            </a:r>
          </a:p>
        </p:txBody>
      </p:sp>
      <p:sp>
        <p:nvSpPr>
          <p:cNvPr id="2" name="Title 1">
            <a:extLst>
              <a:ext uri="{FF2B5EF4-FFF2-40B4-BE49-F238E27FC236}">
                <a16:creationId xmlns:a16="http://schemas.microsoft.com/office/drawing/2014/main" id="{1B93AAA0-0133-F19B-4C37-CEBE5E8CCD59}"/>
              </a:ext>
            </a:extLst>
          </p:cNvPr>
          <p:cNvSpPr>
            <a:spLocks noGrp="1"/>
          </p:cNvSpPr>
          <p:nvPr>
            <p:ph type="title" idx="4294967295"/>
          </p:nvPr>
        </p:nvSpPr>
        <p:spPr>
          <a:xfrm>
            <a:off x="8676290" y="357585"/>
            <a:ext cx="3346938" cy="1487487"/>
          </a:xfrm>
        </p:spPr>
        <p:txBody>
          <a:bodyPr>
            <a:normAutofit fontScale="90000"/>
          </a:bodyPr>
          <a:lstStyle/>
          <a:p>
            <a:r>
              <a:rPr lang="en-US" dirty="0"/>
              <a:t>Asynchronous programming in C#</a:t>
            </a:r>
          </a:p>
        </p:txBody>
      </p:sp>
    </p:spTree>
    <p:extLst>
      <p:ext uri="{BB962C8B-B14F-4D97-AF65-F5344CB8AC3E}">
        <p14:creationId xmlns:p14="http://schemas.microsoft.com/office/powerpoint/2010/main" val="276609943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D9AE8C4-A3EB-1CC1-04AA-652E0B6E4E51}"/>
              </a:ext>
            </a:extLst>
          </p:cNvPr>
          <p:cNvSpPr txBox="1"/>
          <p:nvPr/>
        </p:nvSpPr>
        <p:spPr>
          <a:xfrm>
            <a:off x="215462" y="197346"/>
            <a:ext cx="11976538" cy="6186309"/>
          </a:xfrm>
          <a:prstGeom prst="rect">
            <a:avLst/>
          </a:prstGeom>
          <a:noFill/>
        </p:spPr>
        <p:txBody>
          <a:bodyPr wrap="square">
            <a:spAutoFit/>
          </a:bodyPr>
          <a:lstStyle/>
          <a:p>
            <a:r>
              <a:rPr lang="en-US" dirty="0">
                <a:latin typeface="Hack" panose="020B0609030202020204" pitchFamily="49" charset="0"/>
                <a:ea typeface="Hack" panose="020B0609030202020204" pitchFamily="49" charset="0"/>
                <a:cs typeface="Hack" panose="020B0609030202020204" pitchFamily="49" charset="0"/>
              </a:rPr>
              <a:t>use </a:t>
            </a:r>
            <a:r>
              <a:rPr lang="en-US" dirty="0" err="1">
                <a:latin typeface="Hack" panose="020B0609030202020204" pitchFamily="49" charset="0"/>
                <a:ea typeface="Hack" panose="020B0609030202020204" pitchFamily="49" charset="0"/>
                <a:cs typeface="Hack" panose="020B0609030202020204" pitchFamily="49" charset="0"/>
              </a:rPr>
              <a:t>reqwest</a:t>
            </a:r>
            <a:r>
              <a:rPr lang="en-US" dirty="0">
                <a:latin typeface="Hack" panose="020B0609030202020204" pitchFamily="49" charset="0"/>
                <a:ea typeface="Hack" panose="020B0609030202020204" pitchFamily="49" charset="0"/>
                <a:cs typeface="Hack" panose="020B0609030202020204" pitchFamily="49" charset="0"/>
              </a:rPr>
              <a:t>::Error;</a:t>
            </a:r>
          </a:p>
          <a:p>
            <a:endParaRPr lang="en-US" dirty="0">
              <a:latin typeface="Hack" panose="020B0609030202020204" pitchFamily="49" charset="0"/>
              <a:ea typeface="Hack" panose="020B0609030202020204" pitchFamily="49" charset="0"/>
              <a:cs typeface="Hack" panose="020B0609030202020204" pitchFamily="49" charset="0"/>
            </a:endParaRPr>
          </a:p>
          <a:p>
            <a:r>
              <a:rPr lang="en-US" dirty="0">
                <a:latin typeface="Hack" panose="020B0609030202020204" pitchFamily="49" charset="0"/>
                <a:ea typeface="Hack" panose="020B0609030202020204" pitchFamily="49" charset="0"/>
                <a:cs typeface="Hack" panose="020B0609030202020204" pitchFamily="49" charset="0"/>
              </a:rPr>
              <a:t>async </a:t>
            </a:r>
            <a:r>
              <a:rPr lang="en-US" dirty="0" err="1">
                <a:latin typeface="Hack" panose="020B0609030202020204" pitchFamily="49" charset="0"/>
                <a:ea typeface="Hack" panose="020B0609030202020204" pitchFamily="49" charset="0"/>
                <a:cs typeface="Hack" panose="020B0609030202020204" pitchFamily="49" charset="0"/>
              </a:rPr>
              <a:t>fn</a:t>
            </a:r>
            <a:r>
              <a:rPr lang="en-US" dirty="0">
                <a:latin typeface="Hack" panose="020B0609030202020204" pitchFamily="49" charset="0"/>
                <a:ea typeface="Hack" panose="020B0609030202020204" pitchFamily="49" charset="0"/>
                <a:cs typeface="Hack" panose="020B0609030202020204" pitchFamily="49" charset="0"/>
              </a:rPr>
              <a:t> main() -&gt; Result&lt;(), Error&gt; {</a:t>
            </a:r>
          </a:p>
          <a:p>
            <a:r>
              <a:rPr lang="en-US" dirty="0">
                <a:latin typeface="Hack" panose="020B0609030202020204" pitchFamily="49" charset="0"/>
                <a:ea typeface="Hack" panose="020B0609030202020204" pitchFamily="49" charset="0"/>
                <a:cs typeface="Hack" panose="020B0609030202020204" pitchFamily="49" charset="0"/>
              </a:rPr>
              <a:t>    </a:t>
            </a:r>
            <a:r>
              <a:rPr lang="en-US" dirty="0" err="1">
                <a:latin typeface="Hack" panose="020B0609030202020204" pitchFamily="49" charset="0"/>
                <a:ea typeface="Hack" panose="020B0609030202020204" pitchFamily="49" charset="0"/>
                <a:cs typeface="Hack" panose="020B0609030202020204" pitchFamily="49" charset="0"/>
              </a:rPr>
              <a:t>println</a:t>
            </a:r>
            <a:r>
              <a:rPr lang="en-US" dirty="0">
                <a:latin typeface="Hack" panose="020B0609030202020204" pitchFamily="49" charset="0"/>
                <a:ea typeface="Hack" panose="020B0609030202020204" pitchFamily="49" charset="0"/>
                <a:cs typeface="Hack" panose="020B0609030202020204" pitchFamily="49" charset="0"/>
              </a:rPr>
              <a:t>!("Starting async method...");</a:t>
            </a:r>
          </a:p>
          <a:p>
            <a:r>
              <a:rPr lang="en-US" dirty="0">
                <a:latin typeface="Hack" panose="020B0609030202020204" pitchFamily="49" charset="0"/>
                <a:ea typeface="Hack" panose="020B0609030202020204" pitchFamily="49" charset="0"/>
                <a:cs typeface="Hack" panose="020B0609030202020204" pitchFamily="49" charset="0"/>
              </a:rPr>
              <a:t>    </a:t>
            </a:r>
          </a:p>
          <a:p>
            <a:r>
              <a:rPr lang="en-US" dirty="0">
                <a:latin typeface="Hack" panose="020B0609030202020204" pitchFamily="49" charset="0"/>
                <a:ea typeface="Hack" panose="020B0609030202020204" pitchFamily="49" charset="0"/>
                <a:cs typeface="Hack" panose="020B0609030202020204" pitchFamily="49" charset="0"/>
              </a:rPr>
              <a:t>    let result = </a:t>
            </a:r>
            <a:r>
              <a:rPr lang="en-US" dirty="0" err="1">
                <a:latin typeface="Hack" panose="020B0609030202020204" pitchFamily="49" charset="0"/>
                <a:ea typeface="Hack" panose="020B0609030202020204" pitchFamily="49" charset="0"/>
                <a:cs typeface="Hack" panose="020B0609030202020204" pitchFamily="49" charset="0"/>
              </a:rPr>
              <a:t>fetch_data_async</a:t>
            </a:r>
            <a:r>
              <a:rPr lang="en-US" dirty="0">
                <a:latin typeface="Hack" panose="020B0609030202020204" pitchFamily="49" charset="0"/>
                <a:ea typeface="Hack" panose="020B0609030202020204" pitchFamily="49" charset="0"/>
                <a:cs typeface="Hack" panose="020B0609030202020204" pitchFamily="49" charset="0"/>
              </a:rPr>
              <a:t>("https://async.com/</a:t>
            </a:r>
            <a:r>
              <a:rPr lang="en-US" dirty="0" err="1">
                <a:latin typeface="Hack" panose="020B0609030202020204" pitchFamily="49" charset="0"/>
                <a:ea typeface="Hack" panose="020B0609030202020204" pitchFamily="49" charset="0"/>
                <a:cs typeface="Hack" panose="020B0609030202020204" pitchFamily="49" charset="0"/>
              </a:rPr>
              <a:t>todos</a:t>
            </a:r>
            <a:r>
              <a:rPr lang="en-US" dirty="0">
                <a:latin typeface="Hack" panose="020B0609030202020204" pitchFamily="49" charset="0"/>
                <a:ea typeface="Hack" panose="020B0609030202020204" pitchFamily="49" charset="0"/>
                <a:cs typeface="Hack" panose="020B0609030202020204" pitchFamily="49" charset="0"/>
              </a:rPr>
              <a:t>/1").await?;</a:t>
            </a:r>
          </a:p>
          <a:p>
            <a:r>
              <a:rPr lang="en-US" dirty="0">
                <a:latin typeface="Hack" panose="020B0609030202020204" pitchFamily="49" charset="0"/>
                <a:ea typeface="Hack" panose="020B0609030202020204" pitchFamily="49" charset="0"/>
                <a:cs typeface="Hack" panose="020B0609030202020204" pitchFamily="49" charset="0"/>
              </a:rPr>
              <a:t>    </a:t>
            </a:r>
          </a:p>
          <a:p>
            <a:r>
              <a:rPr lang="en-US" dirty="0">
                <a:latin typeface="Hack" panose="020B0609030202020204" pitchFamily="49" charset="0"/>
                <a:ea typeface="Hack" panose="020B0609030202020204" pitchFamily="49" charset="0"/>
                <a:cs typeface="Hack" panose="020B0609030202020204" pitchFamily="49" charset="0"/>
              </a:rPr>
              <a:t>    </a:t>
            </a:r>
            <a:r>
              <a:rPr lang="en-US" dirty="0" err="1">
                <a:latin typeface="Hack" panose="020B0609030202020204" pitchFamily="49" charset="0"/>
                <a:ea typeface="Hack" panose="020B0609030202020204" pitchFamily="49" charset="0"/>
                <a:cs typeface="Hack" panose="020B0609030202020204" pitchFamily="49" charset="0"/>
              </a:rPr>
              <a:t>println</a:t>
            </a:r>
            <a:r>
              <a:rPr lang="en-US" dirty="0">
                <a:latin typeface="Hack" panose="020B0609030202020204" pitchFamily="49" charset="0"/>
                <a:ea typeface="Hack" panose="020B0609030202020204" pitchFamily="49" charset="0"/>
                <a:cs typeface="Hack" panose="020B0609030202020204" pitchFamily="49" charset="0"/>
              </a:rPr>
              <a:t>!("Data fetched:");</a:t>
            </a:r>
          </a:p>
          <a:p>
            <a:r>
              <a:rPr lang="en-US" dirty="0">
                <a:latin typeface="Hack" panose="020B0609030202020204" pitchFamily="49" charset="0"/>
                <a:ea typeface="Hack" panose="020B0609030202020204" pitchFamily="49" charset="0"/>
                <a:cs typeface="Hack" panose="020B0609030202020204" pitchFamily="49" charset="0"/>
              </a:rPr>
              <a:t>    </a:t>
            </a:r>
            <a:r>
              <a:rPr lang="en-US" dirty="0" err="1">
                <a:latin typeface="Hack" panose="020B0609030202020204" pitchFamily="49" charset="0"/>
                <a:ea typeface="Hack" panose="020B0609030202020204" pitchFamily="49" charset="0"/>
                <a:cs typeface="Hack" panose="020B0609030202020204" pitchFamily="49" charset="0"/>
              </a:rPr>
              <a:t>println</a:t>
            </a:r>
            <a:r>
              <a:rPr lang="en-US" dirty="0">
                <a:latin typeface="Hack" panose="020B0609030202020204" pitchFamily="49" charset="0"/>
                <a:ea typeface="Hack" panose="020B0609030202020204" pitchFamily="49" charset="0"/>
                <a:cs typeface="Hack" panose="020B0609030202020204" pitchFamily="49" charset="0"/>
              </a:rPr>
              <a:t>!("{}", result);</a:t>
            </a:r>
          </a:p>
          <a:p>
            <a:r>
              <a:rPr lang="en-US" dirty="0">
                <a:latin typeface="Hack" panose="020B0609030202020204" pitchFamily="49" charset="0"/>
                <a:ea typeface="Hack" panose="020B0609030202020204" pitchFamily="49" charset="0"/>
                <a:cs typeface="Hack" panose="020B0609030202020204" pitchFamily="49" charset="0"/>
              </a:rPr>
              <a:t>    </a:t>
            </a:r>
          </a:p>
          <a:p>
            <a:r>
              <a:rPr lang="en-US" dirty="0">
                <a:latin typeface="Hack" panose="020B0609030202020204" pitchFamily="49" charset="0"/>
                <a:ea typeface="Hack" panose="020B0609030202020204" pitchFamily="49" charset="0"/>
                <a:cs typeface="Hack" panose="020B0609030202020204" pitchFamily="49" charset="0"/>
              </a:rPr>
              <a:t>    Ok(())</a:t>
            </a:r>
          </a:p>
          <a:p>
            <a:r>
              <a:rPr lang="en-US" dirty="0">
                <a:latin typeface="Hack" panose="020B0609030202020204" pitchFamily="49" charset="0"/>
                <a:ea typeface="Hack" panose="020B0609030202020204" pitchFamily="49" charset="0"/>
                <a:cs typeface="Hack" panose="020B0609030202020204" pitchFamily="49" charset="0"/>
              </a:rPr>
              <a:t>}</a:t>
            </a:r>
          </a:p>
          <a:p>
            <a:endParaRPr lang="en-US" dirty="0">
              <a:latin typeface="Hack" panose="020B0609030202020204" pitchFamily="49" charset="0"/>
              <a:ea typeface="Hack" panose="020B0609030202020204" pitchFamily="49" charset="0"/>
              <a:cs typeface="Hack" panose="020B0609030202020204" pitchFamily="49" charset="0"/>
            </a:endParaRPr>
          </a:p>
          <a:p>
            <a:r>
              <a:rPr lang="en-US" dirty="0">
                <a:latin typeface="Hack" panose="020B0609030202020204" pitchFamily="49" charset="0"/>
                <a:ea typeface="Hack" panose="020B0609030202020204" pitchFamily="49" charset="0"/>
                <a:cs typeface="Hack" panose="020B0609030202020204" pitchFamily="49" charset="0"/>
              </a:rPr>
              <a:t>async </a:t>
            </a:r>
            <a:r>
              <a:rPr lang="en-US" dirty="0" err="1">
                <a:latin typeface="Hack" panose="020B0609030202020204" pitchFamily="49" charset="0"/>
                <a:ea typeface="Hack" panose="020B0609030202020204" pitchFamily="49" charset="0"/>
                <a:cs typeface="Hack" panose="020B0609030202020204" pitchFamily="49" charset="0"/>
              </a:rPr>
              <a:t>fn</a:t>
            </a:r>
            <a:r>
              <a:rPr lang="en-US" dirty="0">
                <a:latin typeface="Hack" panose="020B0609030202020204" pitchFamily="49" charset="0"/>
                <a:ea typeface="Hack" panose="020B0609030202020204" pitchFamily="49" charset="0"/>
                <a:cs typeface="Hack" panose="020B0609030202020204" pitchFamily="49" charset="0"/>
              </a:rPr>
              <a:t> </a:t>
            </a:r>
            <a:r>
              <a:rPr lang="en-US" dirty="0" err="1">
                <a:latin typeface="Hack" panose="020B0609030202020204" pitchFamily="49" charset="0"/>
                <a:ea typeface="Hack" panose="020B0609030202020204" pitchFamily="49" charset="0"/>
                <a:cs typeface="Hack" panose="020B0609030202020204" pitchFamily="49" charset="0"/>
              </a:rPr>
              <a:t>fetch_data_async</a:t>
            </a:r>
            <a:r>
              <a:rPr lang="en-US" dirty="0">
                <a:latin typeface="Hack" panose="020B0609030202020204" pitchFamily="49" charset="0"/>
                <a:ea typeface="Hack" panose="020B0609030202020204" pitchFamily="49" charset="0"/>
                <a:cs typeface="Hack" panose="020B0609030202020204" pitchFamily="49" charset="0"/>
              </a:rPr>
              <a:t>(url: &amp;str) -&gt; Result&lt;String, Error&gt; {</a:t>
            </a:r>
          </a:p>
          <a:p>
            <a:r>
              <a:rPr lang="en-US" dirty="0">
                <a:latin typeface="Hack" panose="020B0609030202020204" pitchFamily="49" charset="0"/>
                <a:ea typeface="Hack" panose="020B0609030202020204" pitchFamily="49" charset="0"/>
                <a:cs typeface="Hack" panose="020B0609030202020204" pitchFamily="49" charset="0"/>
              </a:rPr>
              <a:t>    let response = </a:t>
            </a:r>
            <a:r>
              <a:rPr lang="en-US" dirty="0" err="1">
                <a:latin typeface="Hack" panose="020B0609030202020204" pitchFamily="49" charset="0"/>
                <a:ea typeface="Hack" panose="020B0609030202020204" pitchFamily="49" charset="0"/>
                <a:cs typeface="Hack" panose="020B0609030202020204" pitchFamily="49" charset="0"/>
              </a:rPr>
              <a:t>reqwest</a:t>
            </a:r>
            <a:r>
              <a:rPr lang="en-US" dirty="0">
                <a:latin typeface="Hack" panose="020B0609030202020204" pitchFamily="49" charset="0"/>
                <a:ea typeface="Hack" panose="020B0609030202020204" pitchFamily="49" charset="0"/>
                <a:cs typeface="Hack" panose="020B0609030202020204" pitchFamily="49" charset="0"/>
              </a:rPr>
              <a:t>::get(</a:t>
            </a:r>
            <a:r>
              <a:rPr lang="en-US" dirty="0" err="1">
                <a:latin typeface="Hack" panose="020B0609030202020204" pitchFamily="49" charset="0"/>
                <a:ea typeface="Hack" panose="020B0609030202020204" pitchFamily="49" charset="0"/>
                <a:cs typeface="Hack" panose="020B0609030202020204" pitchFamily="49" charset="0"/>
              </a:rPr>
              <a:t>url</a:t>
            </a:r>
            <a:r>
              <a:rPr lang="en-US" dirty="0">
                <a:latin typeface="Hack" panose="020B0609030202020204" pitchFamily="49" charset="0"/>
                <a:ea typeface="Hack" panose="020B0609030202020204" pitchFamily="49" charset="0"/>
                <a:cs typeface="Hack" panose="020B0609030202020204" pitchFamily="49" charset="0"/>
              </a:rPr>
              <a:t>).await?;</a:t>
            </a:r>
          </a:p>
          <a:p>
            <a:endParaRPr lang="en-US" dirty="0">
              <a:latin typeface="Hack" panose="020B0609030202020204" pitchFamily="49" charset="0"/>
              <a:ea typeface="Hack" panose="020B0609030202020204" pitchFamily="49" charset="0"/>
              <a:cs typeface="Hack" panose="020B0609030202020204" pitchFamily="49" charset="0"/>
            </a:endParaRPr>
          </a:p>
          <a:p>
            <a:r>
              <a:rPr lang="en-US" dirty="0">
                <a:latin typeface="Hack" panose="020B0609030202020204" pitchFamily="49" charset="0"/>
                <a:ea typeface="Hack" panose="020B0609030202020204" pitchFamily="49" charset="0"/>
                <a:cs typeface="Hack" panose="020B0609030202020204" pitchFamily="49" charset="0"/>
              </a:rPr>
              <a:t>    // This ensures the response was successful</a:t>
            </a:r>
          </a:p>
          <a:p>
            <a:r>
              <a:rPr lang="en-US" dirty="0">
                <a:latin typeface="Hack" panose="020B0609030202020204" pitchFamily="49" charset="0"/>
                <a:ea typeface="Hack" panose="020B0609030202020204" pitchFamily="49" charset="0"/>
                <a:cs typeface="Hack" panose="020B0609030202020204" pitchFamily="49" charset="0"/>
              </a:rPr>
              <a:t>    </a:t>
            </a:r>
            <a:r>
              <a:rPr lang="en-US" dirty="0" err="1">
                <a:latin typeface="Hack" panose="020B0609030202020204" pitchFamily="49" charset="0"/>
                <a:ea typeface="Hack" panose="020B0609030202020204" pitchFamily="49" charset="0"/>
                <a:cs typeface="Hack" panose="020B0609030202020204" pitchFamily="49" charset="0"/>
              </a:rPr>
              <a:t>response.error_for_status_ref</a:t>
            </a:r>
            <a:r>
              <a:rPr lang="en-US" dirty="0">
                <a:latin typeface="Hack" panose="020B0609030202020204" pitchFamily="49" charset="0"/>
                <a:ea typeface="Hack" panose="020B0609030202020204" pitchFamily="49" charset="0"/>
                <a:cs typeface="Hack" panose="020B0609030202020204" pitchFamily="49" charset="0"/>
              </a:rPr>
              <a:t>()?;</a:t>
            </a:r>
          </a:p>
          <a:p>
            <a:endParaRPr lang="en-US" dirty="0">
              <a:latin typeface="Hack" panose="020B0609030202020204" pitchFamily="49" charset="0"/>
              <a:ea typeface="Hack" panose="020B0609030202020204" pitchFamily="49" charset="0"/>
              <a:cs typeface="Hack" panose="020B0609030202020204" pitchFamily="49" charset="0"/>
            </a:endParaRPr>
          </a:p>
          <a:p>
            <a:r>
              <a:rPr lang="en-US" dirty="0">
                <a:latin typeface="Hack" panose="020B0609030202020204" pitchFamily="49" charset="0"/>
                <a:ea typeface="Hack" panose="020B0609030202020204" pitchFamily="49" charset="0"/>
                <a:cs typeface="Hack" panose="020B0609030202020204" pitchFamily="49" charset="0"/>
              </a:rPr>
              <a:t>    let </a:t>
            </a:r>
            <a:r>
              <a:rPr lang="en-US" dirty="0" err="1">
                <a:latin typeface="Hack" panose="020B0609030202020204" pitchFamily="49" charset="0"/>
                <a:ea typeface="Hack" panose="020B0609030202020204" pitchFamily="49" charset="0"/>
                <a:cs typeface="Hack" panose="020B0609030202020204" pitchFamily="49" charset="0"/>
              </a:rPr>
              <a:t>response_text</a:t>
            </a:r>
            <a:r>
              <a:rPr lang="en-US" dirty="0">
                <a:latin typeface="Hack" panose="020B0609030202020204" pitchFamily="49" charset="0"/>
                <a:ea typeface="Hack" panose="020B0609030202020204" pitchFamily="49" charset="0"/>
                <a:cs typeface="Hack" panose="020B0609030202020204" pitchFamily="49" charset="0"/>
              </a:rPr>
              <a:t> = </a:t>
            </a:r>
            <a:r>
              <a:rPr lang="en-US" dirty="0" err="1">
                <a:latin typeface="Hack" panose="020B0609030202020204" pitchFamily="49" charset="0"/>
                <a:ea typeface="Hack" panose="020B0609030202020204" pitchFamily="49" charset="0"/>
                <a:cs typeface="Hack" panose="020B0609030202020204" pitchFamily="49" charset="0"/>
              </a:rPr>
              <a:t>response.text</a:t>
            </a:r>
            <a:r>
              <a:rPr lang="en-US" dirty="0">
                <a:latin typeface="Hack" panose="020B0609030202020204" pitchFamily="49" charset="0"/>
                <a:ea typeface="Hack" panose="020B0609030202020204" pitchFamily="49" charset="0"/>
                <a:cs typeface="Hack" panose="020B0609030202020204" pitchFamily="49" charset="0"/>
              </a:rPr>
              <a:t>().await?;</a:t>
            </a:r>
          </a:p>
          <a:p>
            <a:r>
              <a:rPr lang="en-US" dirty="0">
                <a:latin typeface="Hack" panose="020B0609030202020204" pitchFamily="49" charset="0"/>
                <a:ea typeface="Hack" panose="020B0609030202020204" pitchFamily="49" charset="0"/>
                <a:cs typeface="Hack" panose="020B0609030202020204" pitchFamily="49" charset="0"/>
              </a:rPr>
              <a:t>    Ok(</a:t>
            </a:r>
            <a:r>
              <a:rPr lang="en-US" dirty="0" err="1">
                <a:latin typeface="Hack" panose="020B0609030202020204" pitchFamily="49" charset="0"/>
                <a:ea typeface="Hack" panose="020B0609030202020204" pitchFamily="49" charset="0"/>
                <a:cs typeface="Hack" panose="020B0609030202020204" pitchFamily="49" charset="0"/>
              </a:rPr>
              <a:t>response_text</a:t>
            </a:r>
            <a:r>
              <a:rPr lang="en-US" dirty="0">
                <a:latin typeface="Hack" panose="020B0609030202020204" pitchFamily="49" charset="0"/>
                <a:ea typeface="Hack" panose="020B0609030202020204" pitchFamily="49" charset="0"/>
                <a:cs typeface="Hack" panose="020B0609030202020204" pitchFamily="49" charset="0"/>
              </a:rPr>
              <a:t>)</a:t>
            </a:r>
          </a:p>
          <a:p>
            <a:r>
              <a:rPr lang="en-US" dirty="0">
                <a:latin typeface="Hack" panose="020B0609030202020204" pitchFamily="49" charset="0"/>
                <a:ea typeface="Hack" panose="020B0609030202020204" pitchFamily="49" charset="0"/>
                <a:cs typeface="Hack" panose="020B0609030202020204" pitchFamily="49" charset="0"/>
              </a:rPr>
              <a:t>}</a:t>
            </a:r>
          </a:p>
        </p:txBody>
      </p:sp>
      <p:sp>
        <p:nvSpPr>
          <p:cNvPr id="4" name="Title 1">
            <a:extLst>
              <a:ext uri="{FF2B5EF4-FFF2-40B4-BE49-F238E27FC236}">
                <a16:creationId xmlns:a16="http://schemas.microsoft.com/office/drawing/2014/main" id="{2FB56E66-8621-2ACE-9846-4AFDDCC3DFA7}"/>
              </a:ext>
            </a:extLst>
          </p:cNvPr>
          <p:cNvSpPr txBox="1">
            <a:spLocks/>
          </p:cNvSpPr>
          <p:nvPr/>
        </p:nvSpPr>
        <p:spPr>
          <a:xfrm>
            <a:off x="8534400" y="4661339"/>
            <a:ext cx="3515711" cy="2055278"/>
          </a:xfrm>
          <a:prstGeom prst="rect">
            <a:avLst/>
          </a:prstGeom>
        </p:spPr>
        <p:txBody>
          <a:bodyPr vert="horz" lIns="91440" tIns="45720" rIns="91440" bIns="45720" rtlCol="0" anchor="b">
            <a:noAutofit/>
          </a:bodyPr>
          <a:lstStyle>
            <a:lvl1pPr algn="l" defTabSz="914400" rtl="0" eaLnBrk="1" latinLnBrk="0" hangingPunct="1">
              <a:lnSpc>
                <a:spcPct val="100000"/>
              </a:lnSpc>
              <a:spcBef>
                <a:spcPct val="0"/>
              </a:spcBef>
              <a:buNone/>
              <a:defRPr sz="4400" kern="1200">
                <a:solidFill>
                  <a:schemeClr val="tx2"/>
                </a:solidFill>
                <a:latin typeface="+mj-lt"/>
                <a:ea typeface="+mj-ea"/>
                <a:cs typeface="+mj-cs"/>
              </a:defRPr>
            </a:lvl1pPr>
          </a:lstStyle>
          <a:p>
            <a:r>
              <a:rPr lang="en-US" sz="4000" dirty="0"/>
              <a:t>Asynchronous programming in Rust</a:t>
            </a:r>
          </a:p>
        </p:txBody>
      </p:sp>
    </p:spTree>
    <p:extLst>
      <p:ext uri="{BB962C8B-B14F-4D97-AF65-F5344CB8AC3E}">
        <p14:creationId xmlns:p14="http://schemas.microsoft.com/office/powerpoint/2010/main" val="85257628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873463-9E56-051F-28A8-137A54C110A2}"/>
              </a:ext>
            </a:extLst>
          </p:cNvPr>
          <p:cNvSpPr>
            <a:spLocks noGrp="1"/>
          </p:cNvSpPr>
          <p:nvPr>
            <p:ph type="title"/>
          </p:nvPr>
        </p:nvSpPr>
        <p:spPr>
          <a:xfrm>
            <a:off x="839789" y="996948"/>
            <a:ext cx="3148790" cy="1479551"/>
          </a:xfrm>
        </p:spPr>
        <p:txBody>
          <a:bodyPr/>
          <a:lstStyle/>
          <a:p>
            <a:r>
              <a:rPr lang="en-US" dirty="0"/>
              <a:t>Safe concurrency in Rust</a:t>
            </a:r>
          </a:p>
        </p:txBody>
      </p:sp>
      <p:sp>
        <p:nvSpPr>
          <p:cNvPr id="4" name="Content Placeholder 3">
            <a:extLst>
              <a:ext uri="{FF2B5EF4-FFF2-40B4-BE49-F238E27FC236}">
                <a16:creationId xmlns:a16="http://schemas.microsoft.com/office/drawing/2014/main" id="{5281BEB1-F624-2E46-FEA1-CFE371E4E1B6}"/>
              </a:ext>
            </a:extLst>
          </p:cNvPr>
          <p:cNvSpPr>
            <a:spLocks noGrp="1"/>
          </p:cNvSpPr>
          <p:nvPr>
            <p:ph idx="1"/>
          </p:nvPr>
        </p:nvSpPr>
        <p:spPr/>
        <p:txBody>
          <a:bodyPr>
            <a:normAutofit fontScale="70000" lnSpcReduction="20000"/>
          </a:bodyPr>
          <a:lstStyle/>
          <a:p>
            <a:r>
              <a:rPr lang="en-US" b="1" dirty="0"/>
              <a:t>Ownership</a:t>
            </a:r>
            <a:r>
              <a:rPr lang="en-US" dirty="0"/>
              <a:t>: Each value in Rust has a single owner, and when the owner goes out of scope, the value is dropped. This ensures that memory is safely managed without manual intervention.</a:t>
            </a:r>
          </a:p>
          <a:p>
            <a:r>
              <a:rPr lang="en-US" b="1" dirty="0"/>
              <a:t>Borrowing</a:t>
            </a:r>
            <a:r>
              <a:rPr lang="en-US" dirty="0"/>
              <a:t>: Rust allows references to values to be borrowed either immutably (&amp;T) or mutably (&amp;mut T). Immutably borrowed references can be shared, but mutable references are exclusive.</a:t>
            </a:r>
          </a:p>
        </p:txBody>
      </p:sp>
      <p:sp>
        <p:nvSpPr>
          <p:cNvPr id="5" name="Text Placeholder 4">
            <a:extLst>
              <a:ext uri="{FF2B5EF4-FFF2-40B4-BE49-F238E27FC236}">
                <a16:creationId xmlns:a16="http://schemas.microsoft.com/office/drawing/2014/main" id="{2227B2B5-3398-D1E6-3C20-BBDAADC69263}"/>
              </a:ext>
            </a:extLst>
          </p:cNvPr>
          <p:cNvSpPr>
            <a:spLocks noGrp="1"/>
          </p:cNvSpPr>
          <p:nvPr>
            <p:ph type="body" sz="half" idx="2"/>
          </p:nvPr>
        </p:nvSpPr>
        <p:spPr/>
        <p:txBody>
          <a:bodyPr/>
          <a:lstStyle/>
          <a:p>
            <a:r>
              <a:rPr lang="en-US" dirty="0"/>
              <a:t>Ownership and Borrowing</a:t>
            </a:r>
          </a:p>
        </p:txBody>
      </p:sp>
    </p:spTree>
    <p:extLst>
      <p:ext uri="{BB962C8B-B14F-4D97-AF65-F5344CB8AC3E}">
        <p14:creationId xmlns:p14="http://schemas.microsoft.com/office/powerpoint/2010/main" val="39430676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2087A2-A215-0526-5C0D-4BFCE2533CCD}"/>
              </a:ext>
            </a:extLst>
          </p:cNvPr>
          <p:cNvSpPr>
            <a:spLocks noGrp="1"/>
          </p:cNvSpPr>
          <p:nvPr>
            <p:ph type="title"/>
          </p:nvPr>
        </p:nvSpPr>
        <p:spPr>
          <a:xfrm>
            <a:off x="839789" y="996948"/>
            <a:ext cx="3266596" cy="1479551"/>
          </a:xfrm>
        </p:spPr>
        <p:txBody>
          <a:bodyPr/>
          <a:lstStyle/>
          <a:p>
            <a:r>
              <a:rPr lang="en-US" dirty="0"/>
              <a:t>Safe concurrency in Rust</a:t>
            </a:r>
          </a:p>
        </p:txBody>
      </p:sp>
      <p:sp>
        <p:nvSpPr>
          <p:cNvPr id="4" name="Content Placeholder 3">
            <a:extLst>
              <a:ext uri="{FF2B5EF4-FFF2-40B4-BE49-F238E27FC236}">
                <a16:creationId xmlns:a16="http://schemas.microsoft.com/office/drawing/2014/main" id="{9CF7DB0F-905E-509B-CB87-B66AA3431C84}"/>
              </a:ext>
            </a:extLst>
          </p:cNvPr>
          <p:cNvSpPr>
            <a:spLocks noGrp="1"/>
          </p:cNvSpPr>
          <p:nvPr>
            <p:ph idx="1"/>
          </p:nvPr>
        </p:nvSpPr>
        <p:spPr/>
        <p:txBody>
          <a:bodyPr>
            <a:normAutofit fontScale="85000" lnSpcReduction="20000"/>
          </a:bodyPr>
          <a:lstStyle/>
          <a:p>
            <a:r>
              <a:rPr lang="en-US" b="1" dirty="0"/>
              <a:t>Exclusive Access</a:t>
            </a:r>
            <a:r>
              <a:rPr lang="en-US" dirty="0"/>
              <a:t>: Rust’s borrowing rules ensure that mutable references are exclusive, preventing data races. If a value is mutably borrowed, no other references to that value (mutable or immutable) can exist, ensuring that only one thread can modify the value at a time.</a:t>
            </a:r>
          </a:p>
        </p:txBody>
      </p:sp>
      <p:sp>
        <p:nvSpPr>
          <p:cNvPr id="5" name="Text Placeholder 4">
            <a:extLst>
              <a:ext uri="{FF2B5EF4-FFF2-40B4-BE49-F238E27FC236}">
                <a16:creationId xmlns:a16="http://schemas.microsoft.com/office/drawing/2014/main" id="{0AACA2D8-29BD-3D39-5920-1A7CF7E5AC66}"/>
              </a:ext>
            </a:extLst>
          </p:cNvPr>
          <p:cNvSpPr>
            <a:spLocks noGrp="1"/>
          </p:cNvSpPr>
          <p:nvPr>
            <p:ph type="body" sz="half" idx="2"/>
          </p:nvPr>
        </p:nvSpPr>
        <p:spPr/>
        <p:txBody>
          <a:bodyPr/>
          <a:lstStyle/>
          <a:p>
            <a:r>
              <a:rPr lang="en-US" dirty="0"/>
              <a:t>Mutual Exclusion</a:t>
            </a:r>
          </a:p>
        </p:txBody>
      </p:sp>
    </p:spTree>
    <p:extLst>
      <p:ext uri="{BB962C8B-B14F-4D97-AF65-F5344CB8AC3E}">
        <p14:creationId xmlns:p14="http://schemas.microsoft.com/office/powerpoint/2010/main" val="187080164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9DC37A-0B45-D184-FEA1-405A1FD7980B}"/>
              </a:ext>
            </a:extLst>
          </p:cNvPr>
          <p:cNvSpPr>
            <a:spLocks noGrp="1"/>
          </p:cNvSpPr>
          <p:nvPr>
            <p:ph type="title"/>
          </p:nvPr>
        </p:nvSpPr>
        <p:spPr>
          <a:xfrm>
            <a:off x="839789" y="996948"/>
            <a:ext cx="3154400" cy="1479551"/>
          </a:xfrm>
        </p:spPr>
        <p:txBody>
          <a:bodyPr/>
          <a:lstStyle/>
          <a:p>
            <a:r>
              <a:rPr lang="en-US" dirty="0"/>
              <a:t>Safe concurrency in Rust</a:t>
            </a:r>
          </a:p>
        </p:txBody>
      </p:sp>
      <p:sp>
        <p:nvSpPr>
          <p:cNvPr id="4" name="Content Placeholder 3">
            <a:extLst>
              <a:ext uri="{FF2B5EF4-FFF2-40B4-BE49-F238E27FC236}">
                <a16:creationId xmlns:a16="http://schemas.microsoft.com/office/drawing/2014/main" id="{A136CE0B-1053-B7F7-CABD-C0AD699615CC}"/>
              </a:ext>
            </a:extLst>
          </p:cNvPr>
          <p:cNvSpPr>
            <a:spLocks noGrp="1"/>
          </p:cNvSpPr>
          <p:nvPr>
            <p:ph idx="1"/>
          </p:nvPr>
        </p:nvSpPr>
        <p:spPr/>
        <p:txBody>
          <a:bodyPr>
            <a:normAutofit fontScale="70000" lnSpcReduction="20000"/>
          </a:bodyPr>
          <a:lstStyle/>
          <a:p>
            <a:pPr>
              <a:buFont typeface="Arial" panose="020B0604020202020204" pitchFamily="34" charset="0"/>
              <a:buChar char="•"/>
            </a:pPr>
            <a:r>
              <a:rPr lang="en-US" b="1" dirty="0"/>
              <a:t>Send and Sync Traits</a:t>
            </a:r>
            <a:r>
              <a:rPr lang="en-US" dirty="0"/>
              <a:t>: Rust uses two special traits to manage concurrency:</a:t>
            </a:r>
          </a:p>
          <a:p>
            <a:pPr marL="0" indent="0">
              <a:buNone/>
            </a:pPr>
            <a:endParaRPr lang="en-US" dirty="0"/>
          </a:p>
          <a:p>
            <a:pPr lvl="1">
              <a:buFont typeface="Arial" panose="020B0604020202020204" pitchFamily="34" charset="0"/>
              <a:buChar char="•"/>
            </a:pPr>
            <a:r>
              <a:rPr lang="en-US" dirty="0"/>
              <a:t>Send: Indicates that ownership of the type can be transferred to another thread.</a:t>
            </a:r>
          </a:p>
          <a:p>
            <a:pPr lvl="1">
              <a:buFont typeface="Arial" panose="020B0604020202020204" pitchFamily="34" charset="0"/>
              <a:buChar char="•"/>
            </a:pPr>
            <a:r>
              <a:rPr lang="en-US" dirty="0"/>
              <a:t>Sync: Indicates that it is safe for the type to be referenced from multiple threads.</a:t>
            </a:r>
          </a:p>
          <a:p>
            <a:endParaRPr lang="en-US" dirty="0"/>
          </a:p>
          <a:p>
            <a:r>
              <a:rPr lang="en-US" dirty="0"/>
              <a:t>By default, types in Rust are neither Send nor Sync, ensuring that only types explicitly marked as safe can be shared or transferred across threads.</a:t>
            </a:r>
          </a:p>
        </p:txBody>
      </p:sp>
      <p:sp>
        <p:nvSpPr>
          <p:cNvPr id="5" name="Text Placeholder 4">
            <a:extLst>
              <a:ext uri="{FF2B5EF4-FFF2-40B4-BE49-F238E27FC236}">
                <a16:creationId xmlns:a16="http://schemas.microsoft.com/office/drawing/2014/main" id="{76F7A1CD-1EB0-94EE-4171-7D1929D948ED}"/>
              </a:ext>
            </a:extLst>
          </p:cNvPr>
          <p:cNvSpPr>
            <a:spLocks noGrp="1"/>
          </p:cNvSpPr>
          <p:nvPr>
            <p:ph type="body" sz="half" idx="2"/>
          </p:nvPr>
        </p:nvSpPr>
        <p:spPr/>
        <p:txBody>
          <a:bodyPr/>
          <a:lstStyle/>
          <a:p>
            <a:r>
              <a:rPr lang="en-US" dirty="0"/>
              <a:t>Thread Safety</a:t>
            </a:r>
          </a:p>
        </p:txBody>
      </p:sp>
    </p:spTree>
    <p:extLst>
      <p:ext uri="{BB962C8B-B14F-4D97-AF65-F5344CB8AC3E}">
        <p14:creationId xmlns:p14="http://schemas.microsoft.com/office/powerpoint/2010/main" val="256621125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71CDFB-1571-EF22-C841-51D6E15A8356}"/>
              </a:ext>
            </a:extLst>
          </p:cNvPr>
          <p:cNvSpPr>
            <a:spLocks noGrp="1"/>
          </p:cNvSpPr>
          <p:nvPr>
            <p:ph type="title"/>
          </p:nvPr>
        </p:nvSpPr>
        <p:spPr>
          <a:xfrm>
            <a:off x="839789" y="996948"/>
            <a:ext cx="3154400" cy="1479551"/>
          </a:xfrm>
        </p:spPr>
        <p:txBody>
          <a:bodyPr/>
          <a:lstStyle/>
          <a:p>
            <a:r>
              <a:rPr lang="en-US" dirty="0"/>
              <a:t>Safe concurrency in Rust</a:t>
            </a:r>
          </a:p>
        </p:txBody>
      </p:sp>
      <p:sp>
        <p:nvSpPr>
          <p:cNvPr id="3" name="Content Placeholder 2">
            <a:extLst>
              <a:ext uri="{FF2B5EF4-FFF2-40B4-BE49-F238E27FC236}">
                <a16:creationId xmlns:a16="http://schemas.microsoft.com/office/drawing/2014/main" id="{33CA3581-8622-A132-4DD8-2FE7D89509FD}"/>
              </a:ext>
            </a:extLst>
          </p:cNvPr>
          <p:cNvSpPr>
            <a:spLocks noGrp="1"/>
          </p:cNvSpPr>
          <p:nvPr>
            <p:ph idx="1"/>
          </p:nvPr>
        </p:nvSpPr>
        <p:spPr/>
        <p:txBody>
          <a:bodyPr>
            <a:normAutofit fontScale="62500" lnSpcReduction="20000"/>
          </a:bodyPr>
          <a:lstStyle/>
          <a:p>
            <a:r>
              <a:rPr lang="en-US" b="1" dirty="0"/>
              <a:t>Compile-Time Guarantees</a:t>
            </a:r>
            <a:r>
              <a:rPr lang="en-US" dirty="0"/>
              <a:t>: Rust’s compiler enforces rules to ensure that data races and other concurrency issues are caught at compile time, rather than at runtime. This makes concurrent programming safer and less error-prone.</a:t>
            </a:r>
          </a:p>
          <a:p>
            <a:endParaRPr lang="en-US" b="1" dirty="0"/>
          </a:p>
          <a:p>
            <a:r>
              <a:rPr lang="en-US" b="1" dirty="0"/>
              <a:t>Concurrency Primitives</a:t>
            </a:r>
            <a:r>
              <a:rPr lang="en-US" dirty="0"/>
              <a:t>: Rust’s standard library provides concurrency primitives such as threads, channels, and locks, which are designed to work seamlessly with Rust’s ownership and type system to ensure safe concurrent execution.</a:t>
            </a:r>
          </a:p>
        </p:txBody>
      </p:sp>
      <p:sp>
        <p:nvSpPr>
          <p:cNvPr id="4" name="Text Placeholder 3">
            <a:extLst>
              <a:ext uri="{FF2B5EF4-FFF2-40B4-BE49-F238E27FC236}">
                <a16:creationId xmlns:a16="http://schemas.microsoft.com/office/drawing/2014/main" id="{85A706DA-0BC2-E55B-DF0C-C6B0B9508D45}"/>
              </a:ext>
            </a:extLst>
          </p:cNvPr>
          <p:cNvSpPr>
            <a:spLocks noGrp="1"/>
          </p:cNvSpPr>
          <p:nvPr>
            <p:ph type="body" sz="half" idx="2"/>
          </p:nvPr>
        </p:nvSpPr>
        <p:spPr/>
        <p:txBody>
          <a:bodyPr/>
          <a:lstStyle/>
          <a:p>
            <a:r>
              <a:rPr lang="en-US" dirty="0"/>
              <a:t>Fearless Concurrency</a:t>
            </a:r>
          </a:p>
        </p:txBody>
      </p:sp>
    </p:spTree>
    <p:extLst>
      <p:ext uri="{BB962C8B-B14F-4D97-AF65-F5344CB8AC3E}">
        <p14:creationId xmlns:p14="http://schemas.microsoft.com/office/powerpoint/2010/main" val="310654460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D36A9B07-95BB-C4DD-E48D-AFD87280B444}"/>
              </a:ext>
            </a:extLst>
          </p:cNvPr>
          <p:cNvSpPr>
            <a:spLocks noGrp="1"/>
          </p:cNvSpPr>
          <p:nvPr>
            <p:ph type="title" idx="4294967295"/>
          </p:nvPr>
        </p:nvSpPr>
        <p:spPr>
          <a:xfrm>
            <a:off x="281796" y="598098"/>
            <a:ext cx="3046413" cy="831730"/>
          </a:xfrm>
        </p:spPr>
        <p:txBody>
          <a:bodyPr>
            <a:noAutofit/>
          </a:bodyPr>
          <a:lstStyle/>
          <a:p>
            <a:r>
              <a:rPr lang="en-US" sz="2000" dirty="0"/>
              <a:t>SAFE CONCURRENCY IN RUST</a:t>
            </a:r>
          </a:p>
        </p:txBody>
      </p:sp>
      <p:sp>
        <p:nvSpPr>
          <p:cNvPr id="8" name="TextBox 7">
            <a:extLst>
              <a:ext uri="{FF2B5EF4-FFF2-40B4-BE49-F238E27FC236}">
                <a16:creationId xmlns:a16="http://schemas.microsoft.com/office/drawing/2014/main" id="{29946D77-87CF-A6FC-8577-4B3CCE6E0D50}"/>
              </a:ext>
            </a:extLst>
          </p:cNvPr>
          <p:cNvSpPr txBox="1"/>
          <p:nvPr/>
        </p:nvSpPr>
        <p:spPr>
          <a:xfrm>
            <a:off x="3456317" y="464232"/>
            <a:ext cx="8667667" cy="5324535"/>
          </a:xfrm>
          <a:prstGeom prst="rect">
            <a:avLst/>
          </a:prstGeom>
          <a:noFill/>
        </p:spPr>
        <p:txBody>
          <a:bodyPr wrap="square">
            <a:spAutoFit/>
          </a:bodyPr>
          <a:lstStyle/>
          <a:p>
            <a:r>
              <a:rPr lang="en-US" sz="2000" dirty="0">
                <a:latin typeface="Hack" panose="020B0609030202020204" pitchFamily="49" charset="0"/>
                <a:ea typeface="Hack" panose="020B0609030202020204" pitchFamily="49" charset="0"/>
                <a:cs typeface="Hack" panose="020B0609030202020204" pitchFamily="49" charset="0"/>
              </a:rPr>
              <a:t>use std::thread;</a:t>
            </a:r>
          </a:p>
          <a:p>
            <a:r>
              <a:rPr lang="en-US" sz="2000" dirty="0">
                <a:latin typeface="Hack" panose="020B0609030202020204" pitchFamily="49" charset="0"/>
                <a:ea typeface="Hack" panose="020B0609030202020204" pitchFamily="49" charset="0"/>
                <a:cs typeface="Hack" panose="020B0609030202020204" pitchFamily="49" charset="0"/>
              </a:rPr>
              <a:t>use std::sync::</a:t>
            </a:r>
            <a:r>
              <a:rPr lang="en-US" sz="2000" dirty="0" err="1">
                <a:latin typeface="Hack" panose="020B0609030202020204" pitchFamily="49" charset="0"/>
                <a:ea typeface="Hack" panose="020B0609030202020204" pitchFamily="49" charset="0"/>
                <a:cs typeface="Hack" panose="020B0609030202020204" pitchFamily="49" charset="0"/>
              </a:rPr>
              <a:t>mpsc</a:t>
            </a:r>
            <a:r>
              <a:rPr lang="en-US" sz="2000" dirty="0">
                <a:latin typeface="Hack" panose="020B0609030202020204" pitchFamily="49" charset="0"/>
                <a:ea typeface="Hack" panose="020B0609030202020204" pitchFamily="49" charset="0"/>
                <a:cs typeface="Hack" panose="020B0609030202020204" pitchFamily="49" charset="0"/>
              </a:rPr>
              <a:t>;</a:t>
            </a:r>
          </a:p>
          <a:p>
            <a:endParaRPr lang="en-US" sz="2000" dirty="0">
              <a:latin typeface="Hack" panose="020B0609030202020204" pitchFamily="49" charset="0"/>
              <a:ea typeface="Hack" panose="020B0609030202020204" pitchFamily="49" charset="0"/>
              <a:cs typeface="Hack" panose="020B0609030202020204" pitchFamily="49" charset="0"/>
            </a:endParaRPr>
          </a:p>
          <a:p>
            <a:r>
              <a:rPr lang="en-US" sz="2000" dirty="0" err="1">
                <a:latin typeface="Hack" panose="020B0609030202020204" pitchFamily="49" charset="0"/>
                <a:ea typeface="Hack" panose="020B0609030202020204" pitchFamily="49" charset="0"/>
                <a:cs typeface="Hack" panose="020B0609030202020204" pitchFamily="49" charset="0"/>
              </a:rPr>
              <a:t>fn</a:t>
            </a:r>
            <a:r>
              <a:rPr lang="en-US" sz="2000" dirty="0">
                <a:latin typeface="Hack" panose="020B0609030202020204" pitchFamily="49" charset="0"/>
                <a:ea typeface="Hack" panose="020B0609030202020204" pitchFamily="49" charset="0"/>
                <a:cs typeface="Hack" panose="020B0609030202020204" pitchFamily="49" charset="0"/>
              </a:rPr>
              <a:t> main() {</a:t>
            </a:r>
          </a:p>
          <a:p>
            <a:r>
              <a:rPr lang="en-US" sz="2000" dirty="0">
                <a:latin typeface="Hack" panose="020B0609030202020204" pitchFamily="49" charset="0"/>
                <a:ea typeface="Hack" panose="020B0609030202020204" pitchFamily="49" charset="0"/>
                <a:cs typeface="Hack" panose="020B0609030202020204" pitchFamily="49" charset="0"/>
              </a:rPr>
              <a:t>    let (</a:t>
            </a:r>
            <a:r>
              <a:rPr lang="en-US" sz="2000" dirty="0" err="1">
                <a:latin typeface="Hack" panose="020B0609030202020204" pitchFamily="49" charset="0"/>
                <a:ea typeface="Hack" panose="020B0609030202020204" pitchFamily="49" charset="0"/>
                <a:cs typeface="Hack" panose="020B0609030202020204" pitchFamily="49" charset="0"/>
              </a:rPr>
              <a:t>tx</a:t>
            </a:r>
            <a:r>
              <a:rPr lang="en-US" sz="2000" dirty="0">
                <a:latin typeface="Hack" panose="020B0609030202020204" pitchFamily="49" charset="0"/>
                <a:ea typeface="Hack" panose="020B0609030202020204" pitchFamily="49" charset="0"/>
                <a:cs typeface="Hack" panose="020B0609030202020204" pitchFamily="49" charset="0"/>
              </a:rPr>
              <a:t>, </a:t>
            </a:r>
            <a:r>
              <a:rPr lang="en-US" sz="2000" dirty="0" err="1">
                <a:latin typeface="Hack" panose="020B0609030202020204" pitchFamily="49" charset="0"/>
                <a:ea typeface="Hack" panose="020B0609030202020204" pitchFamily="49" charset="0"/>
                <a:cs typeface="Hack" panose="020B0609030202020204" pitchFamily="49" charset="0"/>
              </a:rPr>
              <a:t>rx</a:t>
            </a:r>
            <a:r>
              <a:rPr lang="en-US" sz="2000" dirty="0">
                <a:latin typeface="Hack" panose="020B0609030202020204" pitchFamily="49" charset="0"/>
                <a:ea typeface="Hack" panose="020B0609030202020204" pitchFamily="49" charset="0"/>
                <a:cs typeface="Hack" panose="020B0609030202020204" pitchFamily="49" charset="0"/>
              </a:rPr>
              <a:t>) = </a:t>
            </a:r>
            <a:r>
              <a:rPr lang="en-US" sz="2000" dirty="0" err="1">
                <a:latin typeface="Hack" panose="020B0609030202020204" pitchFamily="49" charset="0"/>
                <a:ea typeface="Hack" panose="020B0609030202020204" pitchFamily="49" charset="0"/>
                <a:cs typeface="Hack" panose="020B0609030202020204" pitchFamily="49" charset="0"/>
              </a:rPr>
              <a:t>mpsc</a:t>
            </a:r>
            <a:r>
              <a:rPr lang="en-US" sz="2000" dirty="0">
                <a:latin typeface="Hack" panose="020B0609030202020204" pitchFamily="49" charset="0"/>
                <a:ea typeface="Hack" panose="020B0609030202020204" pitchFamily="49" charset="0"/>
                <a:cs typeface="Hack" panose="020B0609030202020204" pitchFamily="49" charset="0"/>
              </a:rPr>
              <a:t>::channel();</a:t>
            </a:r>
          </a:p>
          <a:p>
            <a:endParaRPr lang="en-US" sz="2000" dirty="0">
              <a:latin typeface="Hack" panose="020B0609030202020204" pitchFamily="49" charset="0"/>
              <a:ea typeface="Hack" panose="020B0609030202020204" pitchFamily="49" charset="0"/>
              <a:cs typeface="Hack" panose="020B0609030202020204" pitchFamily="49" charset="0"/>
            </a:endParaRPr>
          </a:p>
          <a:p>
            <a:r>
              <a:rPr lang="en-US" sz="2000" dirty="0">
                <a:latin typeface="Hack" panose="020B0609030202020204" pitchFamily="49" charset="0"/>
                <a:ea typeface="Hack" panose="020B0609030202020204" pitchFamily="49" charset="0"/>
                <a:cs typeface="Hack" panose="020B0609030202020204" pitchFamily="49" charset="0"/>
              </a:rPr>
              <a:t>    let handle = thread::spawn(move || {</a:t>
            </a:r>
          </a:p>
          <a:p>
            <a:r>
              <a:rPr lang="en-US" sz="2000" dirty="0">
                <a:latin typeface="Hack" panose="020B0609030202020204" pitchFamily="49" charset="0"/>
                <a:ea typeface="Hack" panose="020B0609030202020204" pitchFamily="49" charset="0"/>
                <a:cs typeface="Hack" panose="020B0609030202020204" pitchFamily="49" charset="0"/>
              </a:rPr>
              <a:t>        let </a:t>
            </a:r>
            <a:r>
              <a:rPr lang="en-US" sz="2000" dirty="0" err="1">
                <a:latin typeface="Hack" panose="020B0609030202020204" pitchFamily="49" charset="0"/>
                <a:ea typeface="Hack" panose="020B0609030202020204" pitchFamily="49" charset="0"/>
                <a:cs typeface="Hack" panose="020B0609030202020204" pitchFamily="49" charset="0"/>
              </a:rPr>
              <a:t>val</a:t>
            </a:r>
            <a:r>
              <a:rPr lang="en-US" sz="2000" dirty="0">
                <a:latin typeface="Hack" panose="020B0609030202020204" pitchFamily="49" charset="0"/>
                <a:ea typeface="Hack" panose="020B0609030202020204" pitchFamily="49" charset="0"/>
                <a:cs typeface="Hack" panose="020B0609030202020204" pitchFamily="49" charset="0"/>
              </a:rPr>
              <a:t> = String::from("Hello");</a:t>
            </a:r>
          </a:p>
          <a:p>
            <a:r>
              <a:rPr lang="en-US" sz="2000" dirty="0">
                <a:latin typeface="Hack" panose="020B0609030202020204" pitchFamily="49" charset="0"/>
                <a:ea typeface="Hack" panose="020B0609030202020204" pitchFamily="49" charset="0"/>
                <a:cs typeface="Hack" panose="020B0609030202020204" pitchFamily="49" charset="0"/>
              </a:rPr>
              <a:t>        </a:t>
            </a:r>
            <a:r>
              <a:rPr lang="en-US" sz="2000" dirty="0" err="1">
                <a:latin typeface="Hack" panose="020B0609030202020204" pitchFamily="49" charset="0"/>
                <a:ea typeface="Hack" panose="020B0609030202020204" pitchFamily="49" charset="0"/>
                <a:cs typeface="Hack" panose="020B0609030202020204" pitchFamily="49" charset="0"/>
              </a:rPr>
              <a:t>tx.send</a:t>
            </a:r>
            <a:r>
              <a:rPr lang="en-US" sz="2000" dirty="0">
                <a:latin typeface="Hack" panose="020B0609030202020204" pitchFamily="49" charset="0"/>
                <a:ea typeface="Hack" panose="020B0609030202020204" pitchFamily="49" charset="0"/>
                <a:cs typeface="Hack" panose="020B0609030202020204" pitchFamily="49" charset="0"/>
              </a:rPr>
              <a:t>(</a:t>
            </a:r>
            <a:r>
              <a:rPr lang="en-US" sz="2000" dirty="0" err="1">
                <a:latin typeface="Hack" panose="020B0609030202020204" pitchFamily="49" charset="0"/>
                <a:ea typeface="Hack" panose="020B0609030202020204" pitchFamily="49" charset="0"/>
                <a:cs typeface="Hack" panose="020B0609030202020204" pitchFamily="49" charset="0"/>
              </a:rPr>
              <a:t>val</a:t>
            </a:r>
            <a:r>
              <a:rPr lang="en-US" sz="2000" dirty="0">
                <a:latin typeface="Hack" panose="020B0609030202020204" pitchFamily="49" charset="0"/>
                <a:ea typeface="Hack" panose="020B0609030202020204" pitchFamily="49" charset="0"/>
                <a:cs typeface="Hack" panose="020B0609030202020204" pitchFamily="49" charset="0"/>
              </a:rPr>
              <a:t>).unwrap();</a:t>
            </a:r>
          </a:p>
          <a:p>
            <a:r>
              <a:rPr lang="en-US" sz="2000" dirty="0">
                <a:latin typeface="Hack" panose="020B0609030202020204" pitchFamily="49" charset="0"/>
                <a:ea typeface="Hack" panose="020B0609030202020204" pitchFamily="49" charset="0"/>
                <a:cs typeface="Hack" panose="020B0609030202020204" pitchFamily="49" charset="0"/>
              </a:rPr>
              <a:t>        // </a:t>
            </a:r>
            <a:r>
              <a:rPr lang="en-US" sz="2000" dirty="0" err="1">
                <a:latin typeface="Hack" panose="020B0609030202020204" pitchFamily="49" charset="0"/>
                <a:ea typeface="Hack" panose="020B0609030202020204" pitchFamily="49" charset="0"/>
                <a:cs typeface="Hack" panose="020B0609030202020204" pitchFamily="49" charset="0"/>
              </a:rPr>
              <a:t>val</a:t>
            </a:r>
            <a:r>
              <a:rPr lang="en-US" sz="2000" dirty="0">
                <a:latin typeface="Hack" panose="020B0609030202020204" pitchFamily="49" charset="0"/>
                <a:ea typeface="Hack" panose="020B0609030202020204" pitchFamily="49" charset="0"/>
                <a:cs typeface="Hack" panose="020B0609030202020204" pitchFamily="49" charset="0"/>
              </a:rPr>
              <a:t> is moved here and can no longer be used</a:t>
            </a:r>
          </a:p>
          <a:p>
            <a:r>
              <a:rPr lang="en-US" sz="2000" dirty="0">
                <a:latin typeface="Hack" panose="020B0609030202020204" pitchFamily="49" charset="0"/>
                <a:ea typeface="Hack" panose="020B0609030202020204" pitchFamily="49" charset="0"/>
                <a:cs typeface="Hack" panose="020B0609030202020204" pitchFamily="49" charset="0"/>
              </a:rPr>
              <a:t>    });</a:t>
            </a:r>
          </a:p>
          <a:p>
            <a:endParaRPr lang="en-US" sz="2000" dirty="0">
              <a:latin typeface="Hack" panose="020B0609030202020204" pitchFamily="49" charset="0"/>
              <a:ea typeface="Hack" panose="020B0609030202020204" pitchFamily="49" charset="0"/>
              <a:cs typeface="Hack" panose="020B0609030202020204" pitchFamily="49" charset="0"/>
            </a:endParaRPr>
          </a:p>
          <a:p>
            <a:r>
              <a:rPr lang="en-US" sz="2000" dirty="0">
                <a:latin typeface="Hack" panose="020B0609030202020204" pitchFamily="49" charset="0"/>
                <a:ea typeface="Hack" panose="020B0609030202020204" pitchFamily="49" charset="0"/>
                <a:cs typeface="Hack" panose="020B0609030202020204" pitchFamily="49" charset="0"/>
              </a:rPr>
              <a:t>    let received = </a:t>
            </a:r>
            <a:r>
              <a:rPr lang="en-US" sz="2000" dirty="0" err="1">
                <a:latin typeface="Hack" panose="020B0609030202020204" pitchFamily="49" charset="0"/>
                <a:ea typeface="Hack" panose="020B0609030202020204" pitchFamily="49" charset="0"/>
                <a:cs typeface="Hack" panose="020B0609030202020204" pitchFamily="49" charset="0"/>
              </a:rPr>
              <a:t>rx.recv</a:t>
            </a:r>
            <a:r>
              <a:rPr lang="en-US" sz="2000" dirty="0">
                <a:latin typeface="Hack" panose="020B0609030202020204" pitchFamily="49" charset="0"/>
                <a:ea typeface="Hack" panose="020B0609030202020204" pitchFamily="49" charset="0"/>
                <a:cs typeface="Hack" panose="020B0609030202020204" pitchFamily="49" charset="0"/>
              </a:rPr>
              <a:t>().unwrap();</a:t>
            </a:r>
          </a:p>
          <a:p>
            <a:r>
              <a:rPr lang="en-US" sz="2000" dirty="0">
                <a:latin typeface="Hack" panose="020B0609030202020204" pitchFamily="49" charset="0"/>
                <a:ea typeface="Hack" panose="020B0609030202020204" pitchFamily="49" charset="0"/>
                <a:cs typeface="Hack" panose="020B0609030202020204" pitchFamily="49" charset="0"/>
              </a:rPr>
              <a:t>    </a:t>
            </a:r>
            <a:r>
              <a:rPr lang="en-US" sz="2000" dirty="0" err="1">
                <a:latin typeface="Hack" panose="020B0609030202020204" pitchFamily="49" charset="0"/>
                <a:ea typeface="Hack" panose="020B0609030202020204" pitchFamily="49" charset="0"/>
                <a:cs typeface="Hack" panose="020B0609030202020204" pitchFamily="49" charset="0"/>
              </a:rPr>
              <a:t>println</a:t>
            </a:r>
            <a:r>
              <a:rPr lang="en-US" sz="2000" dirty="0">
                <a:latin typeface="Hack" panose="020B0609030202020204" pitchFamily="49" charset="0"/>
                <a:ea typeface="Hack" panose="020B0609030202020204" pitchFamily="49" charset="0"/>
                <a:cs typeface="Hack" panose="020B0609030202020204" pitchFamily="49" charset="0"/>
              </a:rPr>
              <a:t>!("Received: {}", received);</a:t>
            </a:r>
          </a:p>
          <a:p>
            <a:endParaRPr lang="en-US" sz="2000" dirty="0">
              <a:latin typeface="Hack" panose="020B0609030202020204" pitchFamily="49" charset="0"/>
              <a:ea typeface="Hack" panose="020B0609030202020204" pitchFamily="49" charset="0"/>
              <a:cs typeface="Hack" panose="020B0609030202020204" pitchFamily="49" charset="0"/>
            </a:endParaRPr>
          </a:p>
          <a:p>
            <a:r>
              <a:rPr lang="en-US" sz="2000" dirty="0">
                <a:latin typeface="Hack" panose="020B0609030202020204" pitchFamily="49" charset="0"/>
                <a:ea typeface="Hack" panose="020B0609030202020204" pitchFamily="49" charset="0"/>
                <a:cs typeface="Hack" panose="020B0609030202020204" pitchFamily="49" charset="0"/>
              </a:rPr>
              <a:t>    </a:t>
            </a:r>
            <a:r>
              <a:rPr lang="en-US" sz="2000" dirty="0" err="1">
                <a:latin typeface="Hack" panose="020B0609030202020204" pitchFamily="49" charset="0"/>
                <a:ea typeface="Hack" panose="020B0609030202020204" pitchFamily="49" charset="0"/>
                <a:cs typeface="Hack" panose="020B0609030202020204" pitchFamily="49" charset="0"/>
              </a:rPr>
              <a:t>handle.join</a:t>
            </a:r>
            <a:r>
              <a:rPr lang="en-US" sz="2000" dirty="0">
                <a:latin typeface="Hack" panose="020B0609030202020204" pitchFamily="49" charset="0"/>
                <a:ea typeface="Hack" panose="020B0609030202020204" pitchFamily="49" charset="0"/>
                <a:cs typeface="Hack" panose="020B0609030202020204" pitchFamily="49" charset="0"/>
              </a:rPr>
              <a:t>().unwrap();</a:t>
            </a:r>
          </a:p>
          <a:p>
            <a:r>
              <a:rPr lang="en-US" sz="2000" dirty="0">
                <a:latin typeface="Hack" panose="020B0609030202020204" pitchFamily="49" charset="0"/>
                <a:ea typeface="Hack" panose="020B0609030202020204" pitchFamily="49" charset="0"/>
                <a:cs typeface="Hack" panose="020B0609030202020204" pitchFamily="49" charset="0"/>
              </a:rPr>
              <a:t>}</a:t>
            </a:r>
          </a:p>
        </p:txBody>
      </p:sp>
    </p:spTree>
    <p:extLst>
      <p:ext uri="{BB962C8B-B14F-4D97-AF65-F5344CB8AC3E}">
        <p14:creationId xmlns:p14="http://schemas.microsoft.com/office/powerpoint/2010/main" val="163246770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5F99B6-9269-8E70-1D81-A8CF44F910F5}"/>
              </a:ext>
            </a:extLst>
          </p:cNvPr>
          <p:cNvSpPr>
            <a:spLocks noGrp="1"/>
          </p:cNvSpPr>
          <p:nvPr>
            <p:ph type="title"/>
          </p:nvPr>
        </p:nvSpPr>
        <p:spPr/>
        <p:txBody>
          <a:bodyPr/>
          <a:lstStyle/>
          <a:p>
            <a:r>
              <a:rPr lang="en-US" dirty="0"/>
              <a:t>Benchmarking</a:t>
            </a:r>
          </a:p>
        </p:txBody>
      </p:sp>
      <p:sp>
        <p:nvSpPr>
          <p:cNvPr id="3" name="Text Placeholder 2">
            <a:extLst>
              <a:ext uri="{FF2B5EF4-FFF2-40B4-BE49-F238E27FC236}">
                <a16:creationId xmlns:a16="http://schemas.microsoft.com/office/drawing/2014/main" id="{D46C9AD8-5C65-B954-6703-94E488AEC77D}"/>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229907921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48F1777E-AE3C-172B-11F8-F9A6983B02E1}"/>
              </a:ext>
            </a:extLst>
          </p:cNvPr>
          <p:cNvSpPr>
            <a:spLocks noGrp="1"/>
          </p:cNvSpPr>
          <p:nvPr>
            <p:ph type="title"/>
          </p:nvPr>
        </p:nvSpPr>
        <p:spPr/>
        <p:txBody>
          <a:bodyPr/>
          <a:lstStyle/>
          <a:p>
            <a:r>
              <a:rPr lang="en-US" dirty="0"/>
              <a:t>Speed</a:t>
            </a:r>
          </a:p>
        </p:txBody>
      </p:sp>
      <p:sp>
        <p:nvSpPr>
          <p:cNvPr id="6" name="Text Placeholder 5">
            <a:extLst>
              <a:ext uri="{FF2B5EF4-FFF2-40B4-BE49-F238E27FC236}">
                <a16:creationId xmlns:a16="http://schemas.microsoft.com/office/drawing/2014/main" id="{3074B069-AD2C-52B5-E7B2-3ACAF66514A7}"/>
              </a:ext>
            </a:extLst>
          </p:cNvPr>
          <p:cNvSpPr>
            <a:spLocks noGrp="1"/>
          </p:cNvSpPr>
          <p:nvPr>
            <p:ph type="body" sz="half" idx="2"/>
          </p:nvPr>
        </p:nvSpPr>
        <p:spPr/>
        <p:txBody>
          <a:bodyPr/>
          <a:lstStyle/>
          <a:p>
            <a:endParaRPr lang="en-US" dirty="0"/>
          </a:p>
        </p:txBody>
      </p:sp>
      <p:pic>
        <p:nvPicPr>
          <p:cNvPr id="1026" name="Picture 2" descr="Performance comparison of programming languages.">
            <a:extLst>
              <a:ext uri="{FF2B5EF4-FFF2-40B4-BE49-F238E27FC236}">
                <a16:creationId xmlns:a16="http://schemas.microsoft.com/office/drawing/2014/main" id="{69E5064B-980A-D81A-3971-8D791A6AC77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953000" y="0"/>
            <a:ext cx="7239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7" name="Rectangle: Rounded Corners 6">
            <a:extLst>
              <a:ext uri="{FF2B5EF4-FFF2-40B4-BE49-F238E27FC236}">
                <a16:creationId xmlns:a16="http://schemas.microsoft.com/office/drawing/2014/main" id="{478CA706-551B-395F-2E11-0ED9467C83F8}"/>
              </a:ext>
            </a:extLst>
          </p:cNvPr>
          <p:cNvSpPr/>
          <p:nvPr/>
        </p:nvSpPr>
        <p:spPr>
          <a:xfrm>
            <a:off x="5838529" y="2907907"/>
            <a:ext cx="1539146" cy="359950"/>
          </a:xfrm>
          <a:prstGeom prst="roundRect">
            <a:avLst/>
          </a:prstGeom>
          <a:noFill/>
          <a:ln w="571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Rounded Corners 7">
            <a:extLst>
              <a:ext uri="{FF2B5EF4-FFF2-40B4-BE49-F238E27FC236}">
                <a16:creationId xmlns:a16="http://schemas.microsoft.com/office/drawing/2014/main" id="{32B703AE-0B82-A6AA-6F58-E80BE115547A}"/>
              </a:ext>
            </a:extLst>
          </p:cNvPr>
          <p:cNvSpPr/>
          <p:nvPr/>
        </p:nvSpPr>
        <p:spPr>
          <a:xfrm>
            <a:off x="5838529" y="1094004"/>
            <a:ext cx="772133" cy="359950"/>
          </a:xfrm>
          <a:prstGeom prst="roundRect">
            <a:avLst/>
          </a:prstGeom>
          <a:noFill/>
          <a:ln w="571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6883445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445DA9-C2DD-22E4-8CF9-4AFC1C8BD394}"/>
              </a:ext>
            </a:extLst>
          </p:cNvPr>
          <p:cNvSpPr>
            <a:spLocks noGrp="1"/>
          </p:cNvSpPr>
          <p:nvPr>
            <p:ph type="title"/>
          </p:nvPr>
        </p:nvSpPr>
        <p:spPr/>
        <p:txBody>
          <a:bodyPr/>
          <a:lstStyle/>
          <a:p>
            <a:r>
              <a:rPr lang="en-US" dirty="0"/>
              <a:t>Power Consumption</a:t>
            </a:r>
          </a:p>
        </p:txBody>
      </p:sp>
      <p:sp>
        <p:nvSpPr>
          <p:cNvPr id="4" name="Text Placeholder 3">
            <a:extLst>
              <a:ext uri="{FF2B5EF4-FFF2-40B4-BE49-F238E27FC236}">
                <a16:creationId xmlns:a16="http://schemas.microsoft.com/office/drawing/2014/main" id="{2A4C7042-18DD-064F-E6C1-0F154D095E87}"/>
              </a:ext>
            </a:extLst>
          </p:cNvPr>
          <p:cNvSpPr>
            <a:spLocks noGrp="1"/>
          </p:cNvSpPr>
          <p:nvPr>
            <p:ph type="body" sz="half" idx="2"/>
          </p:nvPr>
        </p:nvSpPr>
        <p:spPr/>
        <p:txBody>
          <a:bodyPr/>
          <a:lstStyle/>
          <a:p>
            <a:endParaRPr lang="en-US"/>
          </a:p>
        </p:txBody>
      </p:sp>
      <p:pic>
        <p:nvPicPr>
          <p:cNvPr id="2050" name="Picture 2" descr="What are the Greenest Programing Languages?👩🏻💻">
            <a:extLst>
              <a:ext uri="{FF2B5EF4-FFF2-40B4-BE49-F238E27FC236}">
                <a16:creationId xmlns:a16="http://schemas.microsoft.com/office/drawing/2014/main" id="{D2630514-CE96-D281-ED73-8C14AE5CB69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157210" y="-1"/>
            <a:ext cx="2514984" cy="6859047"/>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Rounded Corners 4">
            <a:extLst>
              <a:ext uri="{FF2B5EF4-FFF2-40B4-BE49-F238E27FC236}">
                <a16:creationId xmlns:a16="http://schemas.microsoft.com/office/drawing/2014/main" id="{569661E1-1320-5E4D-5B62-CA6DD4086DC0}"/>
              </a:ext>
            </a:extLst>
          </p:cNvPr>
          <p:cNvSpPr/>
          <p:nvPr/>
        </p:nvSpPr>
        <p:spPr>
          <a:xfrm>
            <a:off x="7267591" y="3132759"/>
            <a:ext cx="2286140" cy="359950"/>
          </a:xfrm>
          <a:prstGeom prst="roundRect">
            <a:avLst/>
          </a:prstGeom>
          <a:noFill/>
          <a:ln w="571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Rounded Corners 5">
            <a:extLst>
              <a:ext uri="{FF2B5EF4-FFF2-40B4-BE49-F238E27FC236}">
                <a16:creationId xmlns:a16="http://schemas.microsoft.com/office/drawing/2014/main" id="{4E21D49A-2295-5D54-AC7A-2828FF398F7E}"/>
              </a:ext>
            </a:extLst>
          </p:cNvPr>
          <p:cNvSpPr/>
          <p:nvPr/>
        </p:nvSpPr>
        <p:spPr>
          <a:xfrm>
            <a:off x="7267591" y="457014"/>
            <a:ext cx="2286140" cy="359950"/>
          </a:xfrm>
          <a:prstGeom prst="roundRect">
            <a:avLst/>
          </a:prstGeom>
          <a:noFill/>
          <a:ln w="571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52462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Lst>
  </p:timing>
</p:sld>
</file>

<file path=ppt/slides/slide37.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cxnSp>
        <p:nvCxnSpPr>
          <p:cNvPr id="33" name="Straight Connector 32">
            <a:extLst>
              <a:ext uri="{FF2B5EF4-FFF2-40B4-BE49-F238E27FC236}">
                <a16:creationId xmlns:a16="http://schemas.microsoft.com/office/drawing/2014/main" id="{EAD4CCDA-06BF-4D2A-B44F-195AEC0B5B22}"/>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952498" y="6252722"/>
            <a:ext cx="10325101" cy="0"/>
          </a:xfrm>
          <a:prstGeom prst="line">
            <a:avLst/>
          </a:prstGeom>
          <a:ln w="10795">
            <a:solidFill>
              <a:schemeClr val="tx2"/>
            </a:solidFill>
          </a:ln>
        </p:spPr>
        <p:style>
          <a:lnRef idx="1">
            <a:schemeClr val="accent1"/>
          </a:lnRef>
          <a:fillRef idx="0">
            <a:schemeClr val="accent1"/>
          </a:fillRef>
          <a:effectRef idx="0">
            <a:schemeClr val="accent1"/>
          </a:effectRef>
          <a:fontRef idx="minor">
            <a:schemeClr val="tx1"/>
          </a:fontRef>
        </p:style>
      </p:cxnSp>
      <p:sp useBgFill="1">
        <p:nvSpPr>
          <p:cNvPr id="34" name="Rectangle 33">
            <a:extLst>
              <a:ext uri="{FF2B5EF4-FFF2-40B4-BE49-F238E27FC236}">
                <a16:creationId xmlns:a16="http://schemas.microsoft.com/office/drawing/2014/main" id="{3CECA2BE-0443-493F-9413-FC132026C2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5" name="Picture 34">
            <a:extLst>
              <a:ext uri="{FF2B5EF4-FFF2-40B4-BE49-F238E27FC236}">
                <a16:creationId xmlns:a16="http://schemas.microsoft.com/office/drawing/2014/main" id="{04CBDB8B-F461-3FC8-C7C2-DC53D6DC96A1}"/>
              </a:ext>
            </a:extLst>
          </p:cNvPr>
          <p:cNvPicPr>
            <a:picLocks noChangeAspect="1"/>
          </p:cNvPicPr>
          <p:nvPr/>
        </p:nvPicPr>
        <p:blipFill>
          <a:blip r:embed="rId2"/>
          <a:srcRect t="31478" r="-1" b="12258"/>
          <a:stretch/>
        </p:blipFill>
        <p:spPr>
          <a:xfrm>
            <a:off x="20" y="1"/>
            <a:ext cx="12188932" cy="6857999"/>
          </a:xfrm>
          <a:prstGeom prst="rect">
            <a:avLst/>
          </a:prstGeom>
        </p:spPr>
      </p:pic>
      <p:sp>
        <p:nvSpPr>
          <p:cNvPr id="36" name="Rectangle 35">
            <a:extLst>
              <a:ext uri="{FF2B5EF4-FFF2-40B4-BE49-F238E27FC236}">
                <a16:creationId xmlns:a16="http://schemas.microsoft.com/office/drawing/2014/main" id="{57C3041F-18C8-4A3F-BB74-556AD210185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2" y="1"/>
            <a:ext cx="12191999" cy="2211293"/>
          </a:xfrm>
          <a:prstGeom prst="rect">
            <a:avLst/>
          </a:prstGeom>
          <a:gradFill flip="none" rotWithShape="1">
            <a:gsLst>
              <a:gs pos="0">
                <a:srgbClr val="000000">
                  <a:alpha val="0"/>
                </a:srgbClr>
              </a:gs>
              <a:gs pos="49000">
                <a:srgbClr val="000000">
                  <a:alpha val="45000"/>
                </a:srgbClr>
              </a:gs>
              <a:gs pos="100000">
                <a:srgbClr val="000000">
                  <a:alpha val="64000"/>
                </a:srgb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3">
            <a:extLst>
              <a:ext uri="{FF2B5EF4-FFF2-40B4-BE49-F238E27FC236}">
                <a16:creationId xmlns:a16="http://schemas.microsoft.com/office/drawing/2014/main" id="{A5B330B6-8E19-1190-6886-9CDE466C58CA}"/>
              </a:ext>
            </a:extLst>
          </p:cNvPr>
          <p:cNvSpPr>
            <a:spLocks noGrp="1"/>
          </p:cNvSpPr>
          <p:nvPr>
            <p:ph type="title"/>
          </p:nvPr>
        </p:nvSpPr>
        <p:spPr>
          <a:xfrm>
            <a:off x="952500" y="598393"/>
            <a:ext cx="6855490" cy="1192455"/>
          </a:xfrm>
        </p:spPr>
        <p:txBody>
          <a:bodyPr vert="horz" lIns="91440" tIns="45720" rIns="91440" bIns="45720" rtlCol="0" anchor="t">
            <a:normAutofit/>
          </a:bodyPr>
          <a:lstStyle/>
          <a:p>
            <a:r>
              <a:rPr lang="en-US" sz="4800">
                <a:solidFill>
                  <a:srgbClr val="FFFFFF"/>
                </a:solidFill>
              </a:rPr>
              <a:t>Ecosystem and Tooling</a:t>
            </a:r>
          </a:p>
        </p:txBody>
      </p:sp>
      <p:sp>
        <p:nvSpPr>
          <p:cNvPr id="37" name="Rectangle 36">
            <a:extLst>
              <a:ext uri="{FF2B5EF4-FFF2-40B4-BE49-F238E27FC236}">
                <a16:creationId xmlns:a16="http://schemas.microsoft.com/office/drawing/2014/main" id="{72B28B90-B579-47ED-A625-BAD03AE6C0E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 y="4930588"/>
            <a:ext cx="12191999" cy="1927411"/>
          </a:xfrm>
          <a:prstGeom prst="rect">
            <a:avLst/>
          </a:prstGeom>
          <a:gradFill flip="none" rotWithShape="1">
            <a:gsLst>
              <a:gs pos="0">
                <a:srgbClr val="000000">
                  <a:alpha val="0"/>
                </a:srgbClr>
              </a:gs>
              <a:gs pos="49000">
                <a:srgbClr val="000000">
                  <a:alpha val="45000"/>
                </a:srgbClr>
              </a:gs>
              <a:gs pos="100000">
                <a:srgbClr val="000000">
                  <a:alpha val="64000"/>
                </a:srgb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4">
            <a:extLst>
              <a:ext uri="{FF2B5EF4-FFF2-40B4-BE49-F238E27FC236}">
                <a16:creationId xmlns:a16="http://schemas.microsoft.com/office/drawing/2014/main" id="{73B7094D-8036-D715-4739-B1ED95A27385}"/>
              </a:ext>
            </a:extLst>
          </p:cNvPr>
          <p:cNvSpPr>
            <a:spLocks noGrp="1"/>
          </p:cNvSpPr>
          <p:nvPr>
            <p:ph type="body" idx="1"/>
          </p:nvPr>
        </p:nvSpPr>
        <p:spPr>
          <a:xfrm>
            <a:off x="952500" y="5661214"/>
            <a:ext cx="9563100" cy="461867"/>
          </a:xfrm>
        </p:spPr>
        <p:txBody>
          <a:bodyPr vert="horz" lIns="91440" tIns="45720" rIns="91440" bIns="45720" rtlCol="0" anchor="t">
            <a:normAutofit/>
          </a:bodyPr>
          <a:lstStyle/>
          <a:p>
            <a:r>
              <a:rPr lang="en-US" sz="1800" cap="all" spc="300">
                <a:solidFill>
                  <a:srgbClr val="FFFFFF"/>
                </a:solidFill>
              </a:rPr>
              <a:t>Rust-ifying Your C# Codebase</a:t>
            </a:r>
          </a:p>
        </p:txBody>
      </p:sp>
      <p:cxnSp>
        <p:nvCxnSpPr>
          <p:cNvPr id="38" name="Straight Connector 37">
            <a:extLst>
              <a:ext uri="{FF2B5EF4-FFF2-40B4-BE49-F238E27FC236}">
                <a16:creationId xmlns:a16="http://schemas.microsoft.com/office/drawing/2014/main" id="{16BEECB0-0766-4C59-B86E-5D26B7D8EF4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952500" y="6259606"/>
            <a:ext cx="10325101" cy="0"/>
          </a:xfrm>
          <a:prstGeom prst="line">
            <a:avLst/>
          </a:prstGeom>
          <a:ln w="10795">
            <a:solidFill>
              <a:srgbClr val="FFFFFF"/>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5564119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4795A6-3300-6805-B5D8-F551C31A1E85}"/>
              </a:ext>
            </a:extLst>
          </p:cNvPr>
          <p:cNvSpPr>
            <a:spLocks noGrp="1"/>
          </p:cNvSpPr>
          <p:nvPr>
            <p:ph type="title"/>
          </p:nvPr>
        </p:nvSpPr>
        <p:spPr/>
        <p:txBody>
          <a:bodyPr/>
          <a:lstStyle/>
          <a:p>
            <a:r>
              <a:rPr lang="en-US" dirty="0"/>
              <a:t>Overview of .NET ecosystem</a:t>
            </a:r>
          </a:p>
        </p:txBody>
      </p:sp>
      <p:pic>
        <p:nvPicPr>
          <p:cNvPr id="3074" name="Picture 2" descr="Porting to Entity Framework Core - CodeOpinion">
            <a:extLst>
              <a:ext uri="{FF2B5EF4-FFF2-40B4-BE49-F238E27FC236}">
                <a16:creationId xmlns:a16="http://schemas.microsoft.com/office/drawing/2014/main" id="{109581A7-B981-90EE-2B3A-6C5A2017BD0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429267" y="2042906"/>
            <a:ext cx="1766625" cy="1766625"/>
          </a:xfrm>
          <a:prstGeom prst="rect">
            <a:avLst/>
          </a:prstGeom>
          <a:noFill/>
          <a:extLst>
            <a:ext uri="{909E8E84-426E-40DD-AFC4-6F175D3DCCD1}">
              <a14:hiddenFill xmlns:a14="http://schemas.microsoft.com/office/drawing/2010/main">
                <a:solidFill>
                  <a:srgbClr val="FFFFFF"/>
                </a:solidFill>
              </a14:hiddenFill>
            </a:ext>
          </a:extLst>
        </p:spPr>
      </p:pic>
      <p:pic>
        <p:nvPicPr>
          <p:cNvPr id="3076" name="Picture 4" descr="Microsoft Visual C++ - Wikipedia">
            <a:extLst>
              <a:ext uri="{FF2B5EF4-FFF2-40B4-BE49-F238E27FC236}">
                <a16:creationId xmlns:a16="http://schemas.microsoft.com/office/drawing/2014/main" id="{6FF09A91-1CFC-5744-1EAA-D957B3A70C9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9657" y="2005975"/>
            <a:ext cx="1803556" cy="1803556"/>
          </a:xfrm>
          <a:prstGeom prst="rect">
            <a:avLst/>
          </a:prstGeom>
          <a:noFill/>
          <a:extLst>
            <a:ext uri="{909E8E84-426E-40DD-AFC4-6F175D3DCCD1}">
              <a14:hiddenFill xmlns:a14="http://schemas.microsoft.com/office/drawing/2010/main">
                <a:solidFill>
                  <a:srgbClr val="FFFFFF"/>
                </a:solidFill>
              </a14:hiddenFill>
            </a:ext>
          </a:extLst>
        </p:spPr>
      </p:pic>
      <p:pic>
        <p:nvPicPr>
          <p:cNvPr id="3078" name="Picture 6" descr="Visual Studio Code - Wikiversity">
            <a:extLst>
              <a:ext uri="{FF2B5EF4-FFF2-40B4-BE49-F238E27FC236}">
                <a16:creationId xmlns:a16="http://schemas.microsoft.com/office/drawing/2014/main" id="{9BAA350C-4558-0EA8-D42D-31EFCCECEBA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311243" y="2042906"/>
            <a:ext cx="1766625" cy="1766625"/>
          </a:xfrm>
          <a:prstGeom prst="rect">
            <a:avLst/>
          </a:prstGeom>
          <a:noFill/>
          <a:extLst>
            <a:ext uri="{909E8E84-426E-40DD-AFC4-6F175D3DCCD1}">
              <a14:hiddenFill xmlns:a14="http://schemas.microsoft.com/office/drawing/2010/main">
                <a:solidFill>
                  <a:srgbClr val="FFFFFF"/>
                </a:solidFill>
              </a14:hiddenFill>
            </a:ext>
          </a:extLst>
        </p:spPr>
      </p:pic>
      <p:pic>
        <p:nvPicPr>
          <p:cNvPr id="3080" name="Picture 8" descr="Rider Pricing 2024">
            <a:extLst>
              <a:ext uri="{FF2B5EF4-FFF2-40B4-BE49-F238E27FC236}">
                <a16:creationId xmlns:a16="http://schemas.microsoft.com/office/drawing/2014/main" id="{7A50FFCA-DA97-1E37-E0C9-71F0E1D614FB}"/>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696869" y="2042906"/>
            <a:ext cx="3365000" cy="1766625"/>
          </a:xfrm>
          <a:prstGeom prst="rect">
            <a:avLst/>
          </a:prstGeom>
          <a:noFill/>
          <a:extLst>
            <a:ext uri="{909E8E84-426E-40DD-AFC4-6F175D3DCCD1}">
              <a14:hiddenFill xmlns:a14="http://schemas.microsoft.com/office/drawing/2010/main">
                <a:solidFill>
                  <a:srgbClr val="FFFFFF"/>
                </a:solidFill>
              </a14:hiddenFill>
            </a:ext>
          </a:extLst>
        </p:spPr>
      </p:pic>
      <p:pic>
        <p:nvPicPr>
          <p:cNvPr id="3082" name="Picture 10" descr="DotNet: Global Nuget Package Management in .NET 7, .NET 8 | Asp.Net Core,  Angular, Xamarin and Maui">
            <a:extLst>
              <a:ext uri="{FF2B5EF4-FFF2-40B4-BE49-F238E27FC236}">
                <a16:creationId xmlns:a16="http://schemas.microsoft.com/office/drawing/2014/main" id="{029637D5-E8C8-2F90-F66B-9570EE6CC5E8}"/>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903181" y="4084880"/>
            <a:ext cx="1803556" cy="1803556"/>
          </a:xfrm>
          <a:prstGeom prst="rect">
            <a:avLst/>
          </a:prstGeom>
          <a:noFill/>
          <a:extLst>
            <a:ext uri="{909E8E84-426E-40DD-AFC4-6F175D3DCCD1}">
              <a14:hiddenFill xmlns:a14="http://schemas.microsoft.com/office/drawing/2010/main">
                <a:solidFill>
                  <a:srgbClr val="FFFFFF"/>
                </a:solidFill>
              </a14:hiddenFill>
            </a:ext>
          </a:extLst>
        </p:spPr>
      </p:pic>
      <p:pic>
        <p:nvPicPr>
          <p:cNvPr id="3084" name="Picture 12" descr="ReSharper C++ - Visual Studio Marketplace">
            <a:extLst>
              <a:ext uri="{FF2B5EF4-FFF2-40B4-BE49-F238E27FC236}">
                <a16:creationId xmlns:a16="http://schemas.microsoft.com/office/drawing/2014/main" id="{CEE27628-31B9-43F2-3092-5D3ED58CE201}"/>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955750" y="4121811"/>
            <a:ext cx="1766625" cy="1766625"/>
          </a:xfrm>
          <a:prstGeom prst="rect">
            <a:avLst/>
          </a:prstGeom>
          <a:noFill/>
          <a:extLst>
            <a:ext uri="{909E8E84-426E-40DD-AFC4-6F175D3DCCD1}">
              <a14:hiddenFill xmlns:a14="http://schemas.microsoft.com/office/drawing/2010/main">
                <a:solidFill>
                  <a:srgbClr val="FFFFFF"/>
                </a:solidFill>
              </a14:hiddenFill>
            </a:ext>
          </a:extLst>
        </p:spPr>
      </p:pic>
      <p:pic>
        <p:nvPicPr>
          <p:cNvPr id="3086" name="Picture 14" descr="LINQPad Premium 5.31.0 With Crack Full Version">
            <a:extLst>
              <a:ext uri="{FF2B5EF4-FFF2-40B4-BE49-F238E27FC236}">
                <a16:creationId xmlns:a16="http://schemas.microsoft.com/office/drawing/2014/main" id="{AB726624-73EB-E03E-0E11-135AA8FCED37}"/>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971388" y="4121811"/>
            <a:ext cx="1803556" cy="1803556"/>
          </a:xfrm>
          <a:prstGeom prst="rect">
            <a:avLst/>
          </a:prstGeom>
          <a:noFill/>
          <a:extLst>
            <a:ext uri="{909E8E84-426E-40DD-AFC4-6F175D3DCCD1}">
              <a14:hiddenFill xmlns:a14="http://schemas.microsoft.com/office/drawing/2010/main">
                <a:solidFill>
                  <a:srgbClr val="FFFFFF"/>
                </a:solidFill>
              </a14:hiddenFill>
            </a:ext>
          </a:extLst>
        </p:spPr>
      </p:pic>
      <p:pic>
        <p:nvPicPr>
          <p:cNvPr id="3088" name="Picture 16">
            <a:extLst>
              <a:ext uri="{FF2B5EF4-FFF2-40B4-BE49-F238E27FC236}">
                <a16:creationId xmlns:a16="http://schemas.microsoft.com/office/drawing/2014/main" id="{B64FF645-9FA7-16E0-CD64-F97A06A8D1D2}"/>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9399448" y="2087785"/>
            <a:ext cx="1766625" cy="1766625"/>
          </a:xfrm>
          <a:prstGeom prst="rect">
            <a:avLst/>
          </a:prstGeom>
          <a:noFill/>
          <a:extLst>
            <a:ext uri="{909E8E84-426E-40DD-AFC4-6F175D3DCCD1}">
              <a14:hiddenFill xmlns:a14="http://schemas.microsoft.com/office/drawing/2010/main">
                <a:solidFill>
                  <a:srgbClr val="FFFFFF"/>
                </a:solidFill>
              </a14:hiddenFill>
            </a:ext>
          </a:extLst>
        </p:spPr>
      </p:pic>
      <p:pic>
        <p:nvPicPr>
          <p:cNvPr id="3094" name="Picture 22" descr="Dynatrace Hub | Infrastructure Observability">
            <a:extLst>
              <a:ext uri="{FF2B5EF4-FFF2-40B4-BE49-F238E27FC236}">
                <a16:creationId xmlns:a16="http://schemas.microsoft.com/office/drawing/2014/main" id="{E148BD70-D8CC-7D76-7C22-39A3AF3F2E25}"/>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7236778" y="3947788"/>
            <a:ext cx="2151602" cy="2151602"/>
          </a:xfrm>
          <a:prstGeom prst="rect">
            <a:avLst/>
          </a:prstGeom>
          <a:noFill/>
          <a:extLst>
            <a:ext uri="{909E8E84-426E-40DD-AFC4-6F175D3DCCD1}">
              <a14:hiddenFill xmlns:a14="http://schemas.microsoft.com/office/drawing/2010/main">
                <a:solidFill>
                  <a:srgbClr val="FFFFFF"/>
                </a:solidFill>
              </a14:hiddenFill>
            </a:ext>
          </a:extLst>
        </p:spPr>
      </p:pic>
      <p:pic>
        <p:nvPicPr>
          <p:cNvPr id="3100" name="Picture 28" descr="NuGet Gallery | Dapper 2.1.35">
            <a:extLst>
              <a:ext uri="{FF2B5EF4-FFF2-40B4-BE49-F238E27FC236}">
                <a16:creationId xmlns:a16="http://schemas.microsoft.com/office/drawing/2014/main" id="{00251BA7-808B-DA61-2FC7-A7D60F7F2F9E}"/>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9525338" y="4121811"/>
            <a:ext cx="1640735" cy="180355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034805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076"/>
                                        </p:tgtEl>
                                        <p:attrNameLst>
                                          <p:attrName>style.visibility</p:attrName>
                                        </p:attrNameLst>
                                      </p:cBhvr>
                                      <p:to>
                                        <p:strVal val="visible"/>
                                      </p:to>
                                    </p:set>
                                    <p:animEffect transition="in" filter="fade">
                                      <p:cBhvr>
                                        <p:cTn id="7" dur="500"/>
                                        <p:tgtEl>
                                          <p:spTgt spid="307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078"/>
                                        </p:tgtEl>
                                        <p:attrNameLst>
                                          <p:attrName>style.visibility</p:attrName>
                                        </p:attrNameLst>
                                      </p:cBhvr>
                                      <p:to>
                                        <p:strVal val="visible"/>
                                      </p:to>
                                    </p:set>
                                    <p:animEffect transition="in" filter="fade">
                                      <p:cBhvr>
                                        <p:cTn id="12" dur="500"/>
                                        <p:tgtEl>
                                          <p:spTgt spid="3078"/>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080"/>
                                        </p:tgtEl>
                                        <p:attrNameLst>
                                          <p:attrName>style.visibility</p:attrName>
                                        </p:attrNameLst>
                                      </p:cBhvr>
                                      <p:to>
                                        <p:strVal val="visible"/>
                                      </p:to>
                                    </p:set>
                                    <p:animEffect transition="in" filter="fade">
                                      <p:cBhvr>
                                        <p:cTn id="17" dur="500"/>
                                        <p:tgtEl>
                                          <p:spTgt spid="3080"/>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082"/>
                                        </p:tgtEl>
                                        <p:attrNameLst>
                                          <p:attrName>style.visibility</p:attrName>
                                        </p:attrNameLst>
                                      </p:cBhvr>
                                      <p:to>
                                        <p:strVal val="visible"/>
                                      </p:to>
                                    </p:set>
                                    <p:animEffect transition="in" filter="fade">
                                      <p:cBhvr>
                                        <p:cTn id="22" dur="500"/>
                                        <p:tgtEl>
                                          <p:spTgt spid="3082"/>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084"/>
                                        </p:tgtEl>
                                        <p:attrNameLst>
                                          <p:attrName>style.visibility</p:attrName>
                                        </p:attrNameLst>
                                      </p:cBhvr>
                                      <p:to>
                                        <p:strVal val="visible"/>
                                      </p:to>
                                    </p:set>
                                    <p:animEffect transition="in" filter="fade">
                                      <p:cBhvr>
                                        <p:cTn id="27" dur="500"/>
                                        <p:tgtEl>
                                          <p:spTgt spid="3084"/>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086"/>
                                        </p:tgtEl>
                                        <p:attrNameLst>
                                          <p:attrName>style.visibility</p:attrName>
                                        </p:attrNameLst>
                                      </p:cBhvr>
                                      <p:to>
                                        <p:strVal val="visible"/>
                                      </p:to>
                                    </p:set>
                                    <p:animEffect transition="in" filter="fade">
                                      <p:cBhvr>
                                        <p:cTn id="32" dur="500"/>
                                        <p:tgtEl>
                                          <p:spTgt spid="3086"/>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3074"/>
                                        </p:tgtEl>
                                        <p:attrNameLst>
                                          <p:attrName>style.visibility</p:attrName>
                                        </p:attrNameLst>
                                      </p:cBhvr>
                                      <p:to>
                                        <p:strVal val="visible"/>
                                      </p:to>
                                    </p:set>
                                    <p:animEffect transition="in" filter="fade">
                                      <p:cBhvr>
                                        <p:cTn id="37" dur="500"/>
                                        <p:tgtEl>
                                          <p:spTgt spid="3074"/>
                                        </p:tgtEl>
                                      </p:cBhvr>
                                    </p:animEffect>
                                  </p:childTnLst>
                                </p:cTn>
                              </p:par>
                              <p:par>
                                <p:cTn id="38" presetID="10" presetClass="entr" presetSubtype="0" fill="hold" nodeType="withEffect">
                                  <p:stCondLst>
                                    <p:cond delay="0"/>
                                  </p:stCondLst>
                                  <p:childTnLst>
                                    <p:set>
                                      <p:cBhvr>
                                        <p:cTn id="39" dur="1" fill="hold">
                                          <p:stCondLst>
                                            <p:cond delay="0"/>
                                          </p:stCondLst>
                                        </p:cTn>
                                        <p:tgtEl>
                                          <p:spTgt spid="3088"/>
                                        </p:tgtEl>
                                        <p:attrNameLst>
                                          <p:attrName>style.visibility</p:attrName>
                                        </p:attrNameLst>
                                      </p:cBhvr>
                                      <p:to>
                                        <p:strVal val="visible"/>
                                      </p:to>
                                    </p:set>
                                    <p:animEffect transition="in" filter="fade">
                                      <p:cBhvr>
                                        <p:cTn id="40" dur="500"/>
                                        <p:tgtEl>
                                          <p:spTgt spid="3088"/>
                                        </p:tgtEl>
                                      </p:cBhvr>
                                    </p:animEffect>
                                  </p:childTnLst>
                                </p:cTn>
                              </p:par>
                              <p:par>
                                <p:cTn id="41" presetID="10" presetClass="entr" presetSubtype="0" fill="hold" nodeType="withEffect">
                                  <p:stCondLst>
                                    <p:cond delay="0"/>
                                  </p:stCondLst>
                                  <p:childTnLst>
                                    <p:set>
                                      <p:cBhvr>
                                        <p:cTn id="42" dur="1" fill="hold">
                                          <p:stCondLst>
                                            <p:cond delay="0"/>
                                          </p:stCondLst>
                                        </p:cTn>
                                        <p:tgtEl>
                                          <p:spTgt spid="3094"/>
                                        </p:tgtEl>
                                        <p:attrNameLst>
                                          <p:attrName>style.visibility</p:attrName>
                                        </p:attrNameLst>
                                      </p:cBhvr>
                                      <p:to>
                                        <p:strVal val="visible"/>
                                      </p:to>
                                    </p:set>
                                    <p:animEffect transition="in" filter="fade">
                                      <p:cBhvr>
                                        <p:cTn id="43" dur="500"/>
                                        <p:tgtEl>
                                          <p:spTgt spid="3094"/>
                                        </p:tgtEl>
                                      </p:cBhvr>
                                    </p:animEffect>
                                  </p:childTnLst>
                                </p:cTn>
                              </p:par>
                              <p:par>
                                <p:cTn id="44" presetID="10" presetClass="entr" presetSubtype="0" fill="hold" nodeType="withEffect">
                                  <p:stCondLst>
                                    <p:cond delay="0"/>
                                  </p:stCondLst>
                                  <p:childTnLst>
                                    <p:set>
                                      <p:cBhvr>
                                        <p:cTn id="45" dur="1" fill="hold">
                                          <p:stCondLst>
                                            <p:cond delay="0"/>
                                          </p:stCondLst>
                                        </p:cTn>
                                        <p:tgtEl>
                                          <p:spTgt spid="3100"/>
                                        </p:tgtEl>
                                        <p:attrNameLst>
                                          <p:attrName>style.visibility</p:attrName>
                                        </p:attrNameLst>
                                      </p:cBhvr>
                                      <p:to>
                                        <p:strVal val="visible"/>
                                      </p:to>
                                    </p:set>
                                    <p:animEffect transition="in" filter="fade">
                                      <p:cBhvr>
                                        <p:cTn id="46" dur="500"/>
                                        <p:tgtEl>
                                          <p:spTgt spid="310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1357E3-79E9-A035-6298-D6D3303CA030}"/>
              </a:ext>
            </a:extLst>
          </p:cNvPr>
          <p:cNvSpPr>
            <a:spLocks noGrp="1"/>
          </p:cNvSpPr>
          <p:nvPr>
            <p:ph type="title"/>
          </p:nvPr>
        </p:nvSpPr>
        <p:spPr/>
        <p:txBody>
          <a:bodyPr/>
          <a:lstStyle/>
          <a:p>
            <a:r>
              <a:rPr lang="en-US" dirty="0"/>
              <a:t>Introduction to Rust’s ecosystem and tools</a:t>
            </a:r>
          </a:p>
        </p:txBody>
      </p:sp>
      <p:pic>
        <p:nvPicPr>
          <p:cNvPr id="4" name="Picture 30" descr="Introduction - The Cargo Book">
            <a:extLst>
              <a:ext uri="{FF2B5EF4-FFF2-40B4-BE49-F238E27FC236}">
                <a16:creationId xmlns:a16="http://schemas.microsoft.com/office/drawing/2014/main" id="{B209A34F-AEB8-3283-FF71-2F3127348E9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48393" y="2085773"/>
            <a:ext cx="2536681" cy="2279697"/>
          </a:xfrm>
          <a:prstGeom prst="rect">
            <a:avLst/>
          </a:prstGeom>
          <a:noFill/>
          <a:extLst>
            <a:ext uri="{909E8E84-426E-40DD-AFC4-6F175D3DCCD1}">
              <a14:hiddenFill xmlns:a14="http://schemas.microsoft.com/office/drawing/2010/main">
                <a:solidFill>
                  <a:srgbClr val="FFFFFF"/>
                </a:solidFill>
              </a14:hiddenFill>
            </a:ext>
          </a:extLst>
        </p:spPr>
      </p:pic>
      <p:pic>
        <p:nvPicPr>
          <p:cNvPr id="4100" name="Picture 4" descr="Rust - Visual Studio Marketplace">
            <a:extLst>
              <a:ext uri="{FF2B5EF4-FFF2-40B4-BE49-F238E27FC236}">
                <a16:creationId xmlns:a16="http://schemas.microsoft.com/office/drawing/2014/main" id="{2137950D-AC63-9583-D59A-1E041CDB6E0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70958" y="2224135"/>
            <a:ext cx="1865419" cy="1865419"/>
          </a:xfrm>
          <a:prstGeom prst="rect">
            <a:avLst/>
          </a:prstGeom>
          <a:noFill/>
          <a:extLst>
            <a:ext uri="{909E8E84-426E-40DD-AFC4-6F175D3DCCD1}">
              <a14:hiddenFill xmlns:a14="http://schemas.microsoft.com/office/drawing/2010/main">
                <a:solidFill>
                  <a:srgbClr val="FFFFFF"/>
                </a:solidFill>
              </a14:hiddenFill>
            </a:ext>
          </a:extLst>
        </p:spPr>
      </p:pic>
      <p:pic>
        <p:nvPicPr>
          <p:cNvPr id="4102" name="Picture 6" descr="file type rust toolchain&quot; Icon - Download for free – Iconduck">
            <a:extLst>
              <a:ext uri="{FF2B5EF4-FFF2-40B4-BE49-F238E27FC236}">
                <a16:creationId xmlns:a16="http://schemas.microsoft.com/office/drawing/2014/main" id="{484ECA3D-5E03-D4FC-2394-576F89762EB6}"/>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368528" y="2292911"/>
            <a:ext cx="1868010" cy="1865419"/>
          </a:xfrm>
          <a:prstGeom prst="rect">
            <a:avLst/>
          </a:prstGeom>
          <a:noFill/>
          <a:extLst>
            <a:ext uri="{909E8E84-426E-40DD-AFC4-6F175D3DCCD1}">
              <a14:hiddenFill xmlns:a14="http://schemas.microsoft.com/office/drawing/2010/main">
                <a:solidFill>
                  <a:srgbClr val="FFFFFF"/>
                </a:solidFill>
              </a14:hiddenFill>
            </a:ext>
          </a:extLst>
        </p:spPr>
      </p:pic>
      <p:pic>
        <p:nvPicPr>
          <p:cNvPr id="4104" name="Picture 8" descr="Paper clip - Free miscellaneous icons">
            <a:extLst>
              <a:ext uri="{FF2B5EF4-FFF2-40B4-BE49-F238E27FC236}">
                <a16:creationId xmlns:a16="http://schemas.microsoft.com/office/drawing/2014/main" id="{0AF7CB1E-1FD2-70C2-A7C5-A175233CE25C}"/>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947047" y="1808293"/>
            <a:ext cx="2834654" cy="2834654"/>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5">
            <a:extLst>
              <a:ext uri="{FF2B5EF4-FFF2-40B4-BE49-F238E27FC236}">
                <a16:creationId xmlns:a16="http://schemas.microsoft.com/office/drawing/2014/main" id="{ED026890-42F9-2A4A-10E7-13199386ACC4}"/>
              </a:ext>
            </a:extLst>
          </p:cNvPr>
          <p:cNvPicPr>
            <a:picLocks noChangeAspect="1"/>
          </p:cNvPicPr>
          <p:nvPr/>
        </p:nvPicPr>
        <p:blipFill>
          <a:blip r:embed="rId7"/>
          <a:stretch>
            <a:fillRect/>
          </a:stretch>
        </p:blipFill>
        <p:spPr>
          <a:xfrm>
            <a:off x="8553392" y="2292910"/>
            <a:ext cx="1865419" cy="1865419"/>
          </a:xfrm>
          <a:prstGeom prst="rect">
            <a:avLst/>
          </a:prstGeom>
        </p:spPr>
      </p:pic>
      <p:pic>
        <p:nvPicPr>
          <p:cNvPr id="7" name="Picture 6" descr="Visual Studio Code - Wikiversity">
            <a:extLst>
              <a:ext uri="{FF2B5EF4-FFF2-40B4-BE49-F238E27FC236}">
                <a16:creationId xmlns:a16="http://schemas.microsoft.com/office/drawing/2014/main" id="{50C57230-17D4-E59C-14E7-E8BE30A49DCF}"/>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90904" y="4365470"/>
            <a:ext cx="1766625" cy="1766625"/>
          </a:xfrm>
          <a:prstGeom prst="rect">
            <a:avLst/>
          </a:prstGeom>
          <a:noFill/>
          <a:extLst>
            <a:ext uri="{909E8E84-426E-40DD-AFC4-6F175D3DCCD1}">
              <a14:hiddenFill xmlns:a14="http://schemas.microsoft.com/office/drawing/2010/main">
                <a:solidFill>
                  <a:srgbClr val="FFFFFF"/>
                </a:solidFill>
              </a14:hiddenFill>
            </a:ext>
          </a:extLst>
        </p:spPr>
      </p:pic>
      <p:pic>
        <p:nvPicPr>
          <p:cNvPr id="4112" name="Picture 16" descr="Install rustrover on elementary OS using the Snap Store | Snapcraft">
            <a:extLst>
              <a:ext uri="{FF2B5EF4-FFF2-40B4-BE49-F238E27FC236}">
                <a16:creationId xmlns:a16="http://schemas.microsoft.com/office/drawing/2014/main" id="{8968427A-B00B-30C3-042F-A1CE3F74EBC8}"/>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999403" y="4365470"/>
            <a:ext cx="1924170" cy="1924170"/>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7">
            <a:extLst>
              <a:ext uri="{FF2B5EF4-FFF2-40B4-BE49-F238E27FC236}">
                <a16:creationId xmlns:a16="http://schemas.microsoft.com/office/drawing/2014/main" id="{41A9B8C9-922A-5A4D-E04E-8C7B8D093DFC}"/>
              </a:ext>
            </a:extLst>
          </p:cNvPr>
          <p:cNvPicPr>
            <a:picLocks noChangeAspect="1"/>
          </p:cNvPicPr>
          <p:nvPr/>
        </p:nvPicPr>
        <p:blipFill>
          <a:blip r:embed="rId10"/>
          <a:stretch>
            <a:fillRect/>
          </a:stretch>
        </p:blipFill>
        <p:spPr>
          <a:xfrm>
            <a:off x="4065447" y="4365470"/>
            <a:ext cx="1766625" cy="1766625"/>
          </a:xfrm>
          <a:prstGeom prst="rect">
            <a:avLst/>
          </a:prstGeom>
        </p:spPr>
      </p:pic>
      <p:pic>
        <p:nvPicPr>
          <p:cNvPr id="4116" name="Picture 20" descr="rocket::local - Rust">
            <a:extLst>
              <a:ext uri="{FF2B5EF4-FFF2-40B4-BE49-F238E27FC236}">
                <a16:creationId xmlns:a16="http://schemas.microsoft.com/office/drawing/2014/main" id="{CF45BFBE-7B0E-A9C3-E56D-E9183AE3AB4A}"/>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5973946" y="4365470"/>
            <a:ext cx="1766625" cy="1766625"/>
          </a:xfrm>
          <a:prstGeom prst="rect">
            <a:avLst/>
          </a:prstGeom>
          <a:noFill/>
          <a:extLst>
            <a:ext uri="{909E8E84-426E-40DD-AFC4-6F175D3DCCD1}">
              <a14:hiddenFill xmlns:a14="http://schemas.microsoft.com/office/drawing/2010/main">
                <a:solidFill>
                  <a:srgbClr val="FFFFFF"/>
                </a:solidFill>
              </a14:hiddenFill>
            </a:ext>
          </a:extLst>
        </p:spPr>
      </p:pic>
      <p:pic>
        <p:nvPicPr>
          <p:cNvPr id="4118" name="Picture 22" descr="Jobs at Warp - Otta - The only job search that does you justice">
            <a:extLst>
              <a:ext uri="{FF2B5EF4-FFF2-40B4-BE49-F238E27FC236}">
                <a16:creationId xmlns:a16="http://schemas.microsoft.com/office/drawing/2014/main" id="{427C524C-93B8-111A-FFFE-D217C8623E10}"/>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7767023" y="4012030"/>
            <a:ext cx="2473503" cy="2473503"/>
          </a:xfrm>
          <a:prstGeom prst="rect">
            <a:avLst/>
          </a:prstGeom>
          <a:noFill/>
          <a:extLst>
            <a:ext uri="{909E8E84-426E-40DD-AFC4-6F175D3DCCD1}">
              <a14:hiddenFill xmlns:a14="http://schemas.microsoft.com/office/drawing/2010/main">
                <a:solidFill>
                  <a:srgbClr val="FFFFFF"/>
                </a:solidFill>
              </a14:hiddenFill>
            </a:ext>
          </a:extLst>
        </p:spPr>
      </p:pic>
      <p:pic>
        <p:nvPicPr>
          <p:cNvPr id="4120" name="Picture 24" descr="poem - Rust">
            <a:extLst>
              <a:ext uri="{FF2B5EF4-FFF2-40B4-BE49-F238E27FC236}">
                <a16:creationId xmlns:a16="http://schemas.microsoft.com/office/drawing/2014/main" id="{25EC8FC4-B58B-661B-7AA1-994939D97DFF}"/>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0250771" y="4381080"/>
            <a:ext cx="1766625" cy="1766625"/>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a:extLst>
              <a:ext uri="{FF2B5EF4-FFF2-40B4-BE49-F238E27FC236}">
                <a16:creationId xmlns:a16="http://schemas.microsoft.com/office/drawing/2014/main" id="{503B1F77-687E-A3AD-242D-002DF7063196}"/>
              </a:ext>
            </a:extLst>
          </p:cNvPr>
          <p:cNvSpPr/>
          <p:nvPr/>
        </p:nvSpPr>
        <p:spPr>
          <a:xfrm rot="19604426">
            <a:off x="2191703" y="2709491"/>
            <a:ext cx="2045753" cy="923330"/>
          </a:xfrm>
          <a:prstGeom prst="rect">
            <a:avLst/>
          </a:prstGeom>
          <a:noFill/>
        </p:spPr>
        <p:txBody>
          <a:bodyPr wrap="none" lIns="91440" tIns="45720" rIns="91440" bIns="45720">
            <a:spAutoFit/>
          </a:bodyPr>
          <a:lstStyle/>
          <a:p>
            <a:pPr algn="ctr"/>
            <a:r>
              <a:rPr lang="en-US" sz="5400" b="1" cap="none" spc="0" dirty="0">
                <a:ln w="0"/>
                <a:solidFill>
                  <a:schemeClr val="tx2"/>
                </a:solidFill>
                <a:effectLst>
                  <a:outerShdw blurRad="38100" dist="25400" dir="5400000" algn="ctr" rotWithShape="0">
                    <a:srgbClr val="6E747A">
                      <a:alpha val="43000"/>
                    </a:srgbClr>
                  </a:outerShdw>
                </a:effectLst>
              </a:rPr>
              <a:t>Crates</a:t>
            </a:r>
          </a:p>
        </p:txBody>
      </p:sp>
      <p:sp>
        <p:nvSpPr>
          <p:cNvPr id="5" name="Rectangle 4">
            <a:extLst>
              <a:ext uri="{FF2B5EF4-FFF2-40B4-BE49-F238E27FC236}">
                <a16:creationId xmlns:a16="http://schemas.microsoft.com/office/drawing/2014/main" id="{B19BDDD5-44D9-DDD9-A9E8-6FDE3E1DCE9E}"/>
              </a:ext>
            </a:extLst>
          </p:cNvPr>
          <p:cNvSpPr/>
          <p:nvPr/>
        </p:nvSpPr>
        <p:spPr>
          <a:xfrm rot="19604426">
            <a:off x="4067458" y="2680870"/>
            <a:ext cx="2311851" cy="923330"/>
          </a:xfrm>
          <a:prstGeom prst="rect">
            <a:avLst/>
          </a:prstGeom>
          <a:noFill/>
        </p:spPr>
        <p:txBody>
          <a:bodyPr wrap="none" lIns="91440" tIns="45720" rIns="91440" bIns="45720">
            <a:spAutoFit/>
          </a:bodyPr>
          <a:lstStyle/>
          <a:p>
            <a:pPr algn="ctr"/>
            <a:r>
              <a:rPr lang="en-US" sz="5400" b="1" cap="none" spc="0" dirty="0" err="1">
                <a:ln w="0"/>
                <a:solidFill>
                  <a:schemeClr val="tx2"/>
                </a:solidFill>
                <a:effectLst>
                  <a:outerShdw blurRad="38100" dist="25400" dir="5400000" algn="ctr" rotWithShape="0">
                    <a:srgbClr val="6E747A">
                      <a:alpha val="43000"/>
                    </a:srgbClr>
                  </a:outerShdw>
                </a:effectLst>
              </a:rPr>
              <a:t>Rustup</a:t>
            </a:r>
            <a:endParaRPr lang="en-US" sz="5400" b="1" cap="none" spc="0" dirty="0">
              <a:ln w="0"/>
              <a:solidFill>
                <a:schemeClr val="tx2"/>
              </a:solidFill>
              <a:effectLst>
                <a:outerShdw blurRad="38100" dist="25400" dir="5400000" algn="ctr" rotWithShape="0">
                  <a:srgbClr val="6E747A">
                    <a:alpha val="43000"/>
                  </a:srgbClr>
                </a:outerShdw>
              </a:effectLst>
            </a:endParaRPr>
          </a:p>
        </p:txBody>
      </p:sp>
      <p:sp>
        <p:nvSpPr>
          <p:cNvPr id="9" name="Rectangle 8">
            <a:extLst>
              <a:ext uri="{FF2B5EF4-FFF2-40B4-BE49-F238E27FC236}">
                <a16:creationId xmlns:a16="http://schemas.microsoft.com/office/drawing/2014/main" id="{35211843-7005-453E-7C42-4C081DE1F93F}"/>
              </a:ext>
            </a:extLst>
          </p:cNvPr>
          <p:cNvSpPr/>
          <p:nvPr/>
        </p:nvSpPr>
        <p:spPr>
          <a:xfrm rot="19604426">
            <a:off x="6221274" y="2723917"/>
            <a:ext cx="2090637" cy="923330"/>
          </a:xfrm>
          <a:prstGeom prst="rect">
            <a:avLst/>
          </a:prstGeom>
          <a:noFill/>
        </p:spPr>
        <p:txBody>
          <a:bodyPr wrap="none" lIns="91440" tIns="45720" rIns="91440" bIns="45720">
            <a:spAutoFit/>
          </a:bodyPr>
          <a:lstStyle/>
          <a:p>
            <a:pPr algn="ctr"/>
            <a:r>
              <a:rPr lang="en-US" sz="5400" b="1" cap="none" spc="0" dirty="0" err="1">
                <a:ln w="0"/>
                <a:solidFill>
                  <a:schemeClr val="tx2"/>
                </a:solidFill>
                <a:effectLst>
                  <a:outerShdw blurRad="38100" dist="25400" dir="5400000" algn="ctr" rotWithShape="0">
                    <a:srgbClr val="6E747A">
                      <a:alpha val="43000"/>
                    </a:srgbClr>
                  </a:outerShdw>
                </a:effectLst>
              </a:rPr>
              <a:t>Clippy</a:t>
            </a:r>
            <a:endParaRPr lang="en-US" sz="5400" b="1" cap="none" spc="0" dirty="0">
              <a:ln w="0"/>
              <a:solidFill>
                <a:schemeClr val="tx2"/>
              </a:solidFill>
              <a:effectLst>
                <a:outerShdw blurRad="38100" dist="25400" dir="5400000" algn="ctr" rotWithShape="0">
                  <a:srgbClr val="6E747A">
                    <a:alpha val="43000"/>
                  </a:srgbClr>
                </a:outerShdw>
              </a:effectLst>
            </a:endParaRPr>
          </a:p>
        </p:txBody>
      </p:sp>
      <p:sp>
        <p:nvSpPr>
          <p:cNvPr id="10" name="Rectangle 9">
            <a:extLst>
              <a:ext uri="{FF2B5EF4-FFF2-40B4-BE49-F238E27FC236}">
                <a16:creationId xmlns:a16="http://schemas.microsoft.com/office/drawing/2014/main" id="{83C7E14D-32F7-D2FA-1CED-4402A163194C}"/>
              </a:ext>
            </a:extLst>
          </p:cNvPr>
          <p:cNvSpPr/>
          <p:nvPr/>
        </p:nvSpPr>
        <p:spPr>
          <a:xfrm rot="19604426">
            <a:off x="8149672" y="2698190"/>
            <a:ext cx="2574744" cy="923330"/>
          </a:xfrm>
          <a:prstGeom prst="rect">
            <a:avLst/>
          </a:prstGeom>
          <a:noFill/>
        </p:spPr>
        <p:txBody>
          <a:bodyPr wrap="none" lIns="91440" tIns="45720" rIns="91440" bIns="45720">
            <a:spAutoFit/>
          </a:bodyPr>
          <a:lstStyle/>
          <a:p>
            <a:pPr algn="ctr"/>
            <a:r>
              <a:rPr lang="en-US" sz="5400" b="1" cap="none" spc="0" dirty="0" err="1">
                <a:ln w="0"/>
                <a:solidFill>
                  <a:schemeClr val="tx2"/>
                </a:solidFill>
                <a:effectLst>
                  <a:outerShdw blurRad="38100" dist="25400" dir="5400000" algn="ctr" rotWithShape="0">
                    <a:srgbClr val="6E747A">
                      <a:alpha val="43000"/>
                    </a:srgbClr>
                  </a:outerShdw>
                </a:effectLst>
              </a:rPr>
              <a:t>Rustfmt</a:t>
            </a:r>
            <a:endParaRPr lang="en-US" sz="5400" b="1" cap="none" spc="0" dirty="0">
              <a:ln w="0"/>
              <a:solidFill>
                <a:schemeClr val="tx2"/>
              </a:solidFill>
              <a:effectLst>
                <a:outerShdw blurRad="38100" dist="25400" dir="5400000" algn="ctr" rotWithShape="0">
                  <a:srgbClr val="6E747A">
                    <a:alpha val="43000"/>
                  </a:srgbClr>
                </a:outerShdw>
              </a:effectLst>
            </a:endParaRPr>
          </a:p>
        </p:txBody>
      </p:sp>
      <p:sp>
        <p:nvSpPr>
          <p:cNvPr id="11" name="Rectangle 10">
            <a:extLst>
              <a:ext uri="{FF2B5EF4-FFF2-40B4-BE49-F238E27FC236}">
                <a16:creationId xmlns:a16="http://schemas.microsoft.com/office/drawing/2014/main" id="{7B5F46F4-2EC6-76E0-883B-4DC5B2FA3F85}"/>
              </a:ext>
            </a:extLst>
          </p:cNvPr>
          <p:cNvSpPr/>
          <p:nvPr/>
        </p:nvSpPr>
        <p:spPr>
          <a:xfrm rot="19604426">
            <a:off x="4035706" y="4741269"/>
            <a:ext cx="1683474" cy="923330"/>
          </a:xfrm>
          <a:prstGeom prst="rect">
            <a:avLst/>
          </a:prstGeom>
          <a:noFill/>
        </p:spPr>
        <p:txBody>
          <a:bodyPr wrap="none" lIns="91440" tIns="45720" rIns="91440" bIns="45720">
            <a:spAutoFit/>
          </a:bodyPr>
          <a:lstStyle/>
          <a:p>
            <a:pPr algn="ctr"/>
            <a:r>
              <a:rPr lang="en-US" sz="5400" b="1" cap="none" spc="0" dirty="0" err="1">
                <a:ln w="0"/>
                <a:solidFill>
                  <a:srgbClr val="00B0F0"/>
                </a:solidFill>
                <a:effectLst>
                  <a:outerShdw blurRad="38100" dist="25400" dir="5400000" algn="ctr" rotWithShape="0">
                    <a:srgbClr val="6E747A">
                      <a:alpha val="43000"/>
                    </a:srgbClr>
                  </a:outerShdw>
                </a:effectLst>
              </a:rPr>
              <a:t>Actix</a:t>
            </a:r>
            <a:endParaRPr lang="en-US" sz="5400" b="1" cap="none" spc="0" dirty="0">
              <a:ln w="0"/>
              <a:solidFill>
                <a:srgbClr val="00B0F0"/>
              </a:solidFill>
              <a:effectLst>
                <a:outerShdw blurRad="38100" dist="25400" dir="5400000" algn="ctr" rotWithShape="0">
                  <a:srgbClr val="6E747A">
                    <a:alpha val="43000"/>
                  </a:srgbClr>
                </a:outerShdw>
              </a:effectLst>
            </a:endParaRPr>
          </a:p>
        </p:txBody>
      </p:sp>
      <p:sp>
        <p:nvSpPr>
          <p:cNvPr id="12" name="Rectangle 11">
            <a:extLst>
              <a:ext uri="{FF2B5EF4-FFF2-40B4-BE49-F238E27FC236}">
                <a16:creationId xmlns:a16="http://schemas.microsoft.com/office/drawing/2014/main" id="{96876E15-625C-B0A6-94D8-F116497A9131}"/>
              </a:ext>
            </a:extLst>
          </p:cNvPr>
          <p:cNvSpPr/>
          <p:nvPr/>
        </p:nvSpPr>
        <p:spPr>
          <a:xfrm rot="19604426">
            <a:off x="5762014" y="4703480"/>
            <a:ext cx="2201245" cy="923330"/>
          </a:xfrm>
          <a:prstGeom prst="rect">
            <a:avLst/>
          </a:prstGeom>
          <a:noFill/>
        </p:spPr>
        <p:txBody>
          <a:bodyPr wrap="none" lIns="91440" tIns="45720" rIns="91440" bIns="45720">
            <a:spAutoFit/>
          </a:bodyPr>
          <a:lstStyle/>
          <a:p>
            <a:pPr algn="ctr"/>
            <a:r>
              <a:rPr lang="en-US" sz="5400" b="1" cap="none" spc="0" dirty="0">
                <a:ln w="0"/>
                <a:solidFill>
                  <a:srgbClr val="00B0F0"/>
                </a:solidFill>
                <a:effectLst>
                  <a:outerShdw blurRad="38100" dist="25400" dir="5400000" algn="ctr" rotWithShape="0">
                    <a:srgbClr val="6E747A">
                      <a:alpha val="43000"/>
                    </a:srgbClr>
                  </a:outerShdw>
                </a:effectLst>
              </a:rPr>
              <a:t>Rocket</a:t>
            </a:r>
          </a:p>
        </p:txBody>
      </p:sp>
      <p:sp>
        <p:nvSpPr>
          <p:cNvPr id="13" name="Rectangle 12">
            <a:extLst>
              <a:ext uri="{FF2B5EF4-FFF2-40B4-BE49-F238E27FC236}">
                <a16:creationId xmlns:a16="http://schemas.microsoft.com/office/drawing/2014/main" id="{E64ECB28-4A06-DECF-AEE9-7C0FCCE1DEDF}"/>
              </a:ext>
            </a:extLst>
          </p:cNvPr>
          <p:cNvSpPr/>
          <p:nvPr/>
        </p:nvSpPr>
        <p:spPr>
          <a:xfrm rot="19604426">
            <a:off x="8012253" y="4741268"/>
            <a:ext cx="1856598" cy="923330"/>
          </a:xfrm>
          <a:prstGeom prst="rect">
            <a:avLst/>
          </a:prstGeom>
          <a:noFill/>
        </p:spPr>
        <p:txBody>
          <a:bodyPr wrap="none" lIns="91440" tIns="45720" rIns="91440" bIns="45720">
            <a:spAutoFit/>
          </a:bodyPr>
          <a:lstStyle/>
          <a:p>
            <a:pPr algn="ctr"/>
            <a:r>
              <a:rPr lang="en-US" sz="5400" b="1" cap="none" spc="0" dirty="0">
                <a:ln w="0"/>
                <a:solidFill>
                  <a:schemeClr val="tx2"/>
                </a:solidFill>
                <a:effectLst>
                  <a:outerShdw blurRad="38100" dist="25400" dir="5400000" algn="ctr" rotWithShape="0">
                    <a:srgbClr val="6E747A">
                      <a:alpha val="43000"/>
                    </a:srgbClr>
                  </a:outerShdw>
                </a:effectLst>
              </a:rPr>
              <a:t>Warp</a:t>
            </a:r>
          </a:p>
        </p:txBody>
      </p:sp>
    </p:spTree>
    <p:extLst>
      <p:ext uri="{BB962C8B-B14F-4D97-AF65-F5344CB8AC3E}">
        <p14:creationId xmlns:p14="http://schemas.microsoft.com/office/powerpoint/2010/main" val="38604240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nodeType="clickEffect">
                                  <p:stCondLst>
                                    <p:cond delay="0"/>
                                  </p:stCondLst>
                                  <p:childTnLst>
                                    <p:set>
                                      <p:cBhvr>
                                        <p:cTn id="15" dur="1" fill="hold">
                                          <p:stCondLst>
                                            <p:cond delay="0"/>
                                          </p:stCondLst>
                                        </p:cTn>
                                        <p:tgtEl>
                                          <p:spTgt spid="4102"/>
                                        </p:tgtEl>
                                        <p:attrNameLst>
                                          <p:attrName>style.visibility</p:attrName>
                                        </p:attrNameLst>
                                      </p:cBhvr>
                                      <p:to>
                                        <p:strVal val="visible"/>
                                      </p:to>
                                    </p:set>
                                    <p:animEffect transition="in" filter="fade">
                                      <p:cBhvr>
                                        <p:cTn id="16" dur="500"/>
                                        <p:tgtEl>
                                          <p:spTgt spid="4102"/>
                                        </p:tgtEl>
                                      </p:cBhvr>
                                    </p:animEffec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5"/>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4104"/>
                                        </p:tgtEl>
                                        <p:attrNameLst>
                                          <p:attrName>style.visibility</p:attrName>
                                        </p:attrNameLst>
                                      </p:cBhvr>
                                      <p:to>
                                        <p:strVal val="visible"/>
                                      </p:to>
                                    </p:set>
                                    <p:animEffect transition="in" filter="fade">
                                      <p:cBhvr>
                                        <p:cTn id="25" dur="500"/>
                                        <p:tgtEl>
                                          <p:spTgt spid="4104"/>
                                        </p:tgtEl>
                                      </p:cBhvr>
                                    </p:animEffect>
                                  </p:childTnLst>
                                </p:cTn>
                              </p:par>
                            </p:childTnLst>
                          </p:cTn>
                        </p:par>
                      </p:childTnLst>
                    </p:cTn>
                  </p:par>
                  <p:par>
                    <p:cTn id="26" fill="hold">
                      <p:stCondLst>
                        <p:cond delay="indefinite"/>
                      </p:stCondLst>
                      <p:childTnLst>
                        <p:par>
                          <p:cTn id="27" fill="hold">
                            <p:stCondLst>
                              <p:cond delay="0"/>
                            </p:stCondLst>
                            <p:childTnLst>
                              <p:par>
                                <p:cTn id="28" presetID="1" presetClass="entr" presetSubtype="0" fill="hold" grpId="0" nodeType="clickEffect">
                                  <p:stCondLst>
                                    <p:cond delay="0"/>
                                  </p:stCondLst>
                                  <p:childTnLst>
                                    <p:set>
                                      <p:cBhvr>
                                        <p:cTn id="29" dur="1" fill="hold">
                                          <p:stCondLst>
                                            <p:cond delay="0"/>
                                          </p:stCondLst>
                                        </p:cTn>
                                        <p:tgtEl>
                                          <p:spTgt spid="9"/>
                                        </p:tgtEl>
                                        <p:attrNameLst>
                                          <p:attrName>style.visibility</p:attrName>
                                        </p:attrNameLst>
                                      </p:cBhvr>
                                      <p:to>
                                        <p:strVal val="visible"/>
                                      </p:to>
                                    </p:se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nodeType="clickEffect">
                                  <p:stCondLst>
                                    <p:cond delay="0"/>
                                  </p:stCondLst>
                                  <p:childTnLst>
                                    <p:set>
                                      <p:cBhvr>
                                        <p:cTn id="33" dur="1" fill="hold">
                                          <p:stCondLst>
                                            <p:cond delay="0"/>
                                          </p:stCondLst>
                                        </p:cTn>
                                        <p:tgtEl>
                                          <p:spTgt spid="6"/>
                                        </p:tgtEl>
                                        <p:attrNameLst>
                                          <p:attrName>style.visibility</p:attrName>
                                        </p:attrNameLst>
                                      </p:cBhvr>
                                      <p:to>
                                        <p:strVal val="visible"/>
                                      </p:to>
                                    </p:set>
                                    <p:animEffect transition="in" filter="fade">
                                      <p:cBhvr>
                                        <p:cTn id="34" dur="500"/>
                                        <p:tgtEl>
                                          <p:spTgt spid="6"/>
                                        </p:tgtEl>
                                      </p:cBhvr>
                                    </p:animEffec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0"/>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0" presetClass="entr" presetSubtype="0" fill="hold" nodeType="clickEffect">
                                  <p:stCondLst>
                                    <p:cond delay="0"/>
                                  </p:stCondLst>
                                  <p:childTnLst>
                                    <p:set>
                                      <p:cBhvr>
                                        <p:cTn id="42" dur="1" fill="hold">
                                          <p:stCondLst>
                                            <p:cond delay="0"/>
                                          </p:stCondLst>
                                        </p:cTn>
                                        <p:tgtEl>
                                          <p:spTgt spid="7"/>
                                        </p:tgtEl>
                                        <p:attrNameLst>
                                          <p:attrName>style.visibility</p:attrName>
                                        </p:attrNameLst>
                                      </p:cBhvr>
                                      <p:to>
                                        <p:strVal val="visible"/>
                                      </p:to>
                                    </p:set>
                                    <p:animEffect transition="in" filter="fade">
                                      <p:cBhvr>
                                        <p:cTn id="43" dur="500"/>
                                        <p:tgtEl>
                                          <p:spTgt spid="7"/>
                                        </p:tgtEl>
                                      </p:cBhvr>
                                    </p:animEffect>
                                  </p:childTnLst>
                                </p:cTn>
                              </p:par>
                            </p:childTnLst>
                          </p:cTn>
                        </p:par>
                      </p:childTnLst>
                    </p:cTn>
                  </p:par>
                  <p:par>
                    <p:cTn id="44" fill="hold">
                      <p:stCondLst>
                        <p:cond delay="indefinite"/>
                      </p:stCondLst>
                      <p:childTnLst>
                        <p:par>
                          <p:cTn id="45" fill="hold">
                            <p:stCondLst>
                              <p:cond delay="0"/>
                            </p:stCondLst>
                            <p:childTnLst>
                              <p:par>
                                <p:cTn id="46" presetID="10" presetClass="entr" presetSubtype="0" fill="hold" nodeType="clickEffect">
                                  <p:stCondLst>
                                    <p:cond delay="0"/>
                                  </p:stCondLst>
                                  <p:childTnLst>
                                    <p:set>
                                      <p:cBhvr>
                                        <p:cTn id="47" dur="1" fill="hold">
                                          <p:stCondLst>
                                            <p:cond delay="0"/>
                                          </p:stCondLst>
                                        </p:cTn>
                                        <p:tgtEl>
                                          <p:spTgt spid="4112"/>
                                        </p:tgtEl>
                                        <p:attrNameLst>
                                          <p:attrName>style.visibility</p:attrName>
                                        </p:attrNameLst>
                                      </p:cBhvr>
                                      <p:to>
                                        <p:strVal val="visible"/>
                                      </p:to>
                                    </p:set>
                                    <p:animEffect transition="in" filter="fade">
                                      <p:cBhvr>
                                        <p:cTn id="48" dur="500"/>
                                        <p:tgtEl>
                                          <p:spTgt spid="4112"/>
                                        </p:tgtEl>
                                      </p:cBhvr>
                                    </p:animEffect>
                                  </p:childTnLst>
                                </p:cTn>
                              </p:par>
                            </p:childTnLst>
                          </p:cTn>
                        </p:par>
                      </p:childTnLst>
                    </p:cTn>
                  </p:par>
                  <p:par>
                    <p:cTn id="49" fill="hold">
                      <p:stCondLst>
                        <p:cond delay="indefinite"/>
                      </p:stCondLst>
                      <p:childTnLst>
                        <p:par>
                          <p:cTn id="50" fill="hold">
                            <p:stCondLst>
                              <p:cond delay="0"/>
                            </p:stCondLst>
                            <p:childTnLst>
                              <p:par>
                                <p:cTn id="51" presetID="10" presetClass="entr" presetSubtype="0" fill="hold" nodeType="clickEffect">
                                  <p:stCondLst>
                                    <p:cond delay="0"/>
                                  </p:stCondLst>
                                  <p:childTnLst>
                                    <p:set>
                                      <p:cBhvr>
                                        <p:cTn id="52" dur="1" fill="hold">
                                          <p:stCondLst>
                                            <p:cond delay="0"/>
                                          </p:stCondLst>
                                        </p:cTn>
                                        <p:tgtEl>
                                          <p:spTgt spid="8"/>
                                        </p:tgtEl>
                                        <p:attrNameLst>
                                          <p:attrName>style.visibility</p:attrName>
                                        </p:attrNameLst>
                                      </p:cBhvr>
                                      <p:to>
                                        <p:strVal val="visible"/>
                                      </p:to>
                                    </p:set>
                                    <p:animEffect transition="in" filter="fade">
                                      <p:cBhvr>
                                        <p:cTn id="53" dur="500"/>
                                        <p:tgtEl>
                                          <p:spTgt spid="8"/>
                                        </p:tgtEl>
                                      </p:cBhvr>
                                    </p:animEffect>
                                  </p:childTnLst>
                                </p:cTn>
                              </p:par>
                            </p:childTnLst>
                          </p:cTn>
                        </p:par>
                      </p:childTnLst>
                    </p:cTn>
                  </p:par>
                  <p:par>
                    <p:cTn id="54" fill="hold">
                      <p:stCondLst>
                        <p:cond delay="indefinite"/>
                      </p:stCondLst>
                      <p:childTnLst>
                        <p:par>
                          <p:cTn id="55" fill="hold">
                            <p:stCondLst>
                              <p:cond delay="0"/>
                            </p:stCondLst>
                            <p:childTnLst>
                              <p:par>
                                <p:cTn id="56" presetID="1" presetClass="entr" presetSubtype="0" fill="hold" grpId="0" nodeType="clickEffect">
                                  <p:stCondLst>
                                    <p:cond delay="0"/>
                                  </p:stCondLst>
                                  <p:childTnLst>
                                    <p:set>
                                      <p:cBhvr>
                                        <p:cTn id="57" dur="1" fill="hold">
                                          <p:stCondLst>
                                            <p:cond delay="0"/>
                                          </p:stCondLst>
                                        </p:cTn>
                                        <p:tgtEl>
                                          <p:spTgt spid="11"/>
                                        </p:tgtEl>
                                        <p:attrNameLst>
                                          <p:attrName>style.visibility</p:attrName>
                                        </p:attrNameLst>
                                      </p:cBhvr>
                                      <p:to>
                                        <p:strVal val="visible"/>
                                      </p:to>
                                    </p:se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nodeType="clickEffect">
                                  <p:stCondLst>
                                    <p:cond delay="0"/>
                                  </p:stCondLst>
                                  <p:childTnLst>
                                    <p:set>
                                      <p:cBhvr>
                                        <p:cTn id="61" dur="1" fill="hold">
                                          <p:stCondLst>
                                            <p:cond delay="0"/>
                                          </p:stCondLst>
                                        </p:cTn>
                                        <p:tgtEl>
                                          <p:spTgt spid="4116"/>
                                        </p:tgtEl>
                                        <p:attrNameLst>
                                          <p:attrName>style.visibility</p:attrName>
                                        </p:attrNameLst>
                                      </p:cBhvr>
                                      <p:to>
                                        <p:strVal val="visible"/>
                                      </p:to>
                                    </p:set>
                                    <p:animEffect transition="in" filter="fade">
                                      <p:cBhvr>
                                        <p:cTn id="62" dur="500"/>
                                        <p:tgtEl>
                                          <p:spTgt spid="4116"/>
                                        </p:tgtEl>
                                      </p:cBhvr>
                                    </p:animEffec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12"/>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0" presetClass="entr" presetSubtype="0" fill="hold" nodeType="clickEffect">
                                  <p:stCondLst>
                                    <p:cond delay="0"/>
                                  </p:stCondLst>
                                  <p:childTnLst>
                                    <p:set>
                                      <p:cBhvr>
                                        <p:cTn id="70" dur="1" fill="hold">
                                          <p:stCondLst>
                                            <p:cond delay="0"/>
                                          </p:stCondLst>
                                        </p:cTn>
                                        <p:tgtEl>
                                          <p:spTgt spid="4118"/>
                                        </p:tgtEl>
                                        <p:attrNameLst>
                                          <p:attrName>style.visibility</p:attrName>
                                        </p:attrNameLst>
                                      </p:cBhvr>
                                      <p:to>
                                        <p:strVal val="visible"/>
                                      </p:to>
                                    </p:set>
                                    <p:animEffect transition="in" filter="fade">
                                      <p:cBhvr>
                                        <p:cTn id="71" dur="500"/>
                                        <p:tgtEl>
                                          <p:spTgt spid="4118"/>
                                        </p:tgtEl>
                                      </p:cBhvr>
                                    </p:animEffect>
                                  </p:childTnLst>
                                </p:cTn>
                              </p:par>
                            </p:childTnLst>
                          </p:cTn>
                        </p:par>
                      </p:childTnLst>
                    </p:cTn>
                  </p:par>
                  <p:par>
                    <p:cTn id="72" fill="hold">
                      <p:stCondLst>
                        <p:cond delay="indefinite"/>
                      </p:stCondLst>
                      <p:childTnLst>
                        <p:par>
                          <p:cTn id="73" fill="hold">
                            <p:stCondLst>
                              <p:cond delay="0"/>
                            </p:stCondLst>
                            <p:childTnLst>
                              <p:par>
                                <p:cTn id="74" presetID="1" presetClass="entr" presetSubtype="0" fill="hold" grpId="0" nodeType="clickEffect">
                                  <p:stCondLst>
                                    <p:cond delay="0"/>
                                  </p:stCondLst>
                                  <p:childTnLst>
                                    <p:set>
                                      <p:cBhvr>
                                        <p:cTn id="75" dur="1" fill="hold">
                                          <p:stCondLst>
                                            <p:cond delay="0"/>
                                          </p:stCondLst>
                                        </p:cTn>
                                        <p:tgtEl>
                                          <p:spTgt spid="13"/>
                                        </p:tgtEl>
                                        <p:attrNameLst>
                                          <p:attrName>style.visibility</p:attrName>
                                        </p:attrNameLst>
                                      </p:cBhvr>
                                      <p:to>
                                        <p:strVal val="visible"/>
                                      </p:to>
                                    </p:set>
                                  </p:childTnLst>
                                </p:cTn>
                              </p:par>
                            </p:childTnLst>
                          </p:cTn>
                        </p:par>
                      </p:childTnLst>
                    </p:cTn>
                  </p:par>
                  <p:par>
                    <p:cTn id="76" fill="hold">
                      <p:stCondLst>
                        <p:cond delay="indefinite"/>
                      </p:stCondLst>
                      <p:childTnLst>
                        <p:par>
                          <p:cTn id="77" fill="hold">
                            <p:stCondLst>
                              <p:cond delay="0"/>
                            </p:stCondLst>
                            <p:childTnLst>
                              <p:par>
                                <p:cTn id="78" presetID="10" presetClass="entr" presetSubtype="0" fill="hold" nodeType="clickEffect">
                                  <p:stCondLst>
                                    <p:cond delay="0"/>
                                  </p:stCondLst>
                                  <p:childTnLst>
                                    <p:set>
                                      <p:cBhvr>
                                        <p:cTn id="79" dur="1" fill="hold">
                                          <p:stCondLst>
                                            <p:cond delay="0"/>
                                          </p:stCondLst>
                                        </p:cTn>
                                        <p:tgtEl>
                                          <p:spTgt spid="4120"/>
                                        </p:tgtEl>
                                        <p:attrNameLst>
                                          <p:attrName>style.visibility</p:attrName>
                                        </p:attrNameLst>
                                      </p:cBhvr>
                                      <p:to>
                                        <p:strVal val="visible"/>
                                      </p:to>
                                    </p:set>
                                    <p:animEffect transition="in" filter="fade">
                                      <p:cBhvr>
                                        <p:cTn id="80" dur="500"/>
                                        <p:tgtEl>
                                          <p:spTgt spid="41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5" grpId="0"/>
      <p:bldP spid="9" grpId="0"/>
      <p:bldP spid="10" grpId="0"/>
      <p:bldP spid="11" grpId="0"/>
      <p:bldP spid="12" grpId="0"/>
      <p:bldP spid="13" grpId="0"/>
    </p:bldLst>
  </p:timing>
</p:sld>
</file>

<file path=ppt/slides/slide40.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cxnSp>
        <p:nvCxnSpPr>
          <p:cNvPr id="38" name="Straight Connector 37">
            <a:extLst>
              <a:ext uri="{FF2B5EF4-FFF2-40B4-BE49-F238E27FC236}">
                <a16:creationId xmlns:a16="http://schemas.microsoft.com/office/drawing/2014/main" id="{EAD4CCDA-06BF-4D2A-B44F-195AEC0B5B22}"/>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952498" y="6252722"/>
            <a:ext cx="10325101" cy="0"/>
          </a:xfrm>
          <a:prstGeom prst="line">
            <a:avLst/>
          </a:prstGeom>
          <a:ln w="10795">
            <a:solidFill>
              <a:schemeClr val="tx2"/>
            </a:solidFill>
          </a:ln>
        </p:spPr>
        <p:style>
          <a:lnRef idx="1">
            <a:schemeClr val="accent1"/>
          </a:lnRef>
          <a:fillRef idx="0">
            <a:schemeClr val="accent1"/>
          </a:fillRef>
          <a:effectRef idx="0">
            <a:schemeClr val="accent1"/>
          </a:effectRef>
          <a:fontRef idx="minor">
            <a:schemeClr val="tx1"/>
          </a:fontRef>
        </p:style>
      </p:cxnSp>
      <p:sp>
        <p:nvSpPr>
          <p:cNvPr id="43" name="Rectangle 42">
            <a:extLst>
              <a:ext uri="{FF2B5EF4-FFF2-40B4-BE49-F238E27FC236}">
                <a16:creationId xmlns:a16="http://schemas.microsoft.com/office/drawing/2014/main" id="{51C0BCA8-B9D5-4F84-B063-ABE683EE04E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000000"/>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4" name="Picture 43">
            <a:extLst>
              <a:ext uri="{FF2B5EF4-FFF2-40B4-BE49-F238E27FC236}">
                <a16:creationId xmlns:a16="http://schemas.microsoft.com/office/drawing/2014/main" id="{4B96805D-3ED6-663B-7CA0-3E4A1E79432E}"/>
              </a:ext>
            </a:extLst>
          </p:cNvPr>
          <p:cNvPicPr>
            <a:picLocks noChangeAspect="1"/>
          </p:cNvPicPr>
          <p:nvPr/>
        </p:nvPicPr>
        <p:blipFill>
          <a:blip r:embed="rId2"/>
          <a:srcRect t="14998" b="26561"/>
          <a:stretch/>
        </p:blipFill>
        <p:spPr>
          <a:xfrm>
            <a:off x="20" y="10"/>
            <a:ext cx="12191979" cy="6857989"/>
          </a:xfrm>
          <a:prstGeom prst="rect">
            <a:avLst/>
          </a:prstGeom>
        </p:spPr>
      </p:pic>
      <p:sp>
        <p:nvSpPr>
          <p:cNvPr id="45" name="Rectangle 44">
            <a:extLst>
              <a:ext uri="{FF2B5EF4-FFF2-40B4-BE49-F238E27FC236}">
                <a16:creationId xmlns:a16="http://schemas.microsoft.com/office/drawing/2014/main" id="{3E12DCC6-BC83-4B12-995C-FEA02449A7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V="1">
            <a:off x="-144929" y="144931"/>
            <a:ext cx="6858000" cy="6568140"/>
          </a:xfrm>
          <a:prstGeom prst="rect">
            <a:avLst/>
          </a:prstGeom>
          <a:gradFill flip="none" rotWithShape="1">
            <a:gsLst>
              <a:gs pos="0">
                <a:srgbClr val="000000">
                  <a:alpha val="0"/>
                </a:srgbClr>
              </a:gs>
              <a:gs pos="49000">
                <a:srgbClr val="000000">
                  <a:alpha val="45000"/>
                </a:srgbClr>
              </a:gs>
              <a:gs pos="100000">
                <a:srgbClr val="000000">
                  <a:alpha val="64000"/>
                </a:srgb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3">
            <a:extLst>
              <a:ext uri="{FF2B5EF4-FFF2-40B4-BE49-F238E27FC236}">
                <a16:creationId xmlns:a16="http://schemas.microsoft.com/office/drawing/2014/main" id="{75E7B38D-C2BA-0794-5C86-C3B079106658}"/>
              </a:ext>
            </a:extLst>
          </p:cNvPr>
          <p:cNvSpPr>
            <a:spLocks noGrp="1"/>
          </p:cNvSpPr>
          <p:nvPr>
            <p:ph type="title"/>
          </p:nvPr>
        </p:nvSpPr>
        <p:spPr>
          <a:xfrm>
            <a:off x="858748" y="1161232"/>
            <a:ext cx="5291275" cy="2485479"/>
          </a:xfrm>
        </p:spPr>
        <p:txBody>
          <a:bodyPr vert="horz" lIns="91440" tIns="45720" rIns="91440" bIns="45720" rtlCol="0" anchor="b">
            <a:normAutofit/>
          </a:bodyPr>
          <a:lstStyle/>
          <a:p>
            <a:r>
              <a:rPr lang="en-US" sz="4800">
                <a:solidFill>
                  <a:srgbClr val="FFFFFF"/>
                </a:solidFill>
              </a:rPr>
              <a:t>Learning Path and Practical Tips</a:t>
            </a:r>
          </a:p>
        </p:txBody>
      </p:sp>
      <p:sp>
        <p:nvSpPr>
          <p:cNvPr id="5" name="Text Placeholder 4">
            <a:extLst>
              <a:ext uri="{FF2B5EF4-FFF2-40B4-BE49-F238E27FC236}">
                <a16:creationId xmlns:a16="http://schemas.microsoft.com/office/drawing/2014/main" id="{1F58475E-F351-C8A7-B8F2-FC2E9087BAD3}"/>
              </a:ext>
            </a:extLst>
          </p:cNvPr>
          <p:cNvSpPr>
            <a:spLocks noGrp="1"/>
          </p:cNvSpPr>
          <p:nvPr>
            <p:ph type="body" idx="1"/>
          </p:nvPr>
        </p:nvSpPr>
        <p:spPr>
          <a:xfrm>
            <a:off x="1525897" y="4993240"/>
            <a:ext cx="3694048" cy="1137107"/>
          </a:xfrm>
        </p:spPr>
        <p:txBody>
          <a:bodyPr vert="horz" lIns="91440" tIns="45720" rIns="91440" bIns="45720" rtlCol="0" anchor="b">
            <a:normAutofit/>
          </a:bodyPr>
          <a:lstStyle/>
          <a:p>
            <a:r>
              <a:rPr lang="en-US" sz="1800" cap="all" spc="300">
                <a:solidFill>
                  <a:srgbClr val="FFFFFF"/>
                </a:solidFill>
              </a:rPr>
              <a:t>Rust-ifying Your C# Codebase</a:t>
            </a:r>
          </a:p>
        </p:txBody>
      </p:sp>
      <p:cxnSp>
        <p:nvCxnSpPr>
          <p:cNvPr id="46" name="Straight Connector 45">
            <a:extLst>
              <a:ext uri="{FF2B5EF4-FFF2-40B4-BE49-F238E27FC236}">
                <a16:creationId xmlns:a16="http://schemas.microsoft.com/office/drawing/2014/main" id="{7476E355-DC49-4AFB-88DE-62B854B9B315}"/>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958134" y="3782313"/>
            <a:ext cx="0" cy="2054457"/>
          </a:xfrm>
          <a:prstGeom prst="line">
            <a:avLst/>
          </a:prstGeom>
          <a:ln w="10795">
            <a:solidFill>
              <a:srgbClr val="FFFFFF"/>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1200504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602BA9-9B14-99C9-A363-4B15B0F95A9C}"/>
              </a:ext>
            </a:extLst>
          </p:cNvPr>
          <p:cNvSpPr>
            <a:spLocks noGrp="1"/>
          </p:cNvSpPr>
          <p:nvPr>
            <p:ph type="title"/>
          </p:nvPr>
        </p:nvSpPr>
        <p:spPr/>
        <p:txBody>
          <a:bodyPr/>
          <a:lstStyle/>
          <a:p>
            <a:r>
              <a:rPr lang="en-US" dirty="0"/>
              <a:t>Practical tips for learning Rust</a:t>
            </a:r>
          </a:p>
        </p:txBody>
      </p:sp>
      <p:pic>
        <p:nvPicPr>
          <p:cNvPr id="5122" name="Picture 2" descr="Programming Rust: Fast, Safe Systems Development [Book]">
            <a:extLst>
              <a:ext uri="{FF2B5EF4-FFF2-40B4-BE49-F238E27FC236}">
                <a16:creationId xmlns:a16="http://schemas.microsoft.com/office/drawing/2014/main" id="{AD13474C-7EBB-6A2F-EBAF-0A278A0DF77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646834" y="2260756"/>
            <a:ext cx="2396075" cy="3144302"/>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3">
            <a:extLst>
              <a:ext uri="{FF2B5EF4-FFF2-40B4-BE49-F238E27FC236}">
                <a16:creationId xmlns:a16="http://schemas.microsoft.com/office/drawing/2014/main" id="{59D89902-0E06-E712-997C-309FC67AB525}"/>
              </a:ext>
            </a:extLst>
          </p:cNvPr>
          <p:cNvPicPr>
            <a:picLocks noChangeAspect="1"/>
          </p:cNvPicPr>
          <p:nvPr/>
        </p:nvPicPr>
        <p:blipFill>
          <a:blip r:embed="rId3"/>
          <a:stretch>
            <a:fillRect/>
          </a:stretch>
        </p:blipFill>
        <p:spPr>
          <a:xfrm>
            <a:off x="263661" y="2260756"/>
            <a:ext cx="3255600" cy="3125506"/>
          </a:xfrm>
          <a:prstGeom prst="rect">
            <a:avLst/>
          </a:prstGeom>
        </p:spPr>
      </p:pic>
      <p:pic>
        <p:nvPicPr>
          <p:cNvPr id="5" name="Picture 4">
            <a:extLst>
              <a:ext uri="{FF2B5EF4-FFF2-40B4-BE49-F238E27FC236}">
                <a16:creationId xmlns:a16="http://schemas.microsoft.com/office/drawing/2014/main" id="{953CA980-49E4-F1DF-AB89-B129CEE50B87}"/>
              </a:ext>
            </a:extLst>
          </p:cNvPr>
          <p:cNvPicPr>
            <a:picLocks noChangeAspect="1"/>
          </p:cNvPicPr>
          <p:nvPr/>
        </p:nvPicPr>
        <p:blipFill>
          <a:blip r:embed="rId4"/>
          <a:stretch>
            <a:fillRect/>
          </a:stretch>
        </p:blipFill>
        <p:spPr>
          <a:xfrm>
            <a:off x="725393" y="2673360"/>
            <a:ext cx="3255600" cy="3125506"/>
          </a:xfrm>
          <a:prstGeom prst="rect">
            <a:avLst/>
          </a:prstGeom>
        </p:spPr>
      </p:pic>
      <p:pic>
        <p:nvPicPr>
          <p:cNvPr id="6" name="Picture 5">
            <a:extLst>
              <a:ext uri="{FF2B5EF4-FFF2-40B4-BE49-F238E27FC236}">
                <a16:creationId xmlns:a16="http://schemas.microsoft.com/office/drawing/2014/main" id="{4EF9EBB6-3C61-D346-4CEA-862825A00A37}"/>
              </a:ext>
            </a:extLst>
          </p:cNvPr>
          <p:cNvPicPr>
            <a:picLocks noChangeAspect="1"/>
          </p:cNvPicPr>
          <p:nvPr/>
        </p:nvPicPr>
        <p:blipFill>
          <a:blip r:embed="rId5"/>
          <a:stretch>
            <a:fillRect/>
          </a:stretch>
        </p:blipFill>
        <p:spPr>
          <a:xfrm>
            <a:off x="1281751" y="3027856"/>
            <a:ext cx="3255601" cy="3125506"/>
          </a:xfrm>
          <a:prstGeom prst="rect">
            <a:avLst/>
          </a:prstGeom>
        </p:spPr>
      </p:pic>
      <p:pic>
        <p:nvPicPr>
          <p:cNvPr id="5124" name="Picture 4" descr="Reddit 101 — The Sneaky Artist">
            <a:extLst>
              <a:ext uri="{FF2B5EF4-FFF2-40B4-BE49-F238E27FC236}">
                <a16:creationId xmlns:a16="http://schemas.microsoft.com/office/drawing/2014/main" id="{3B428175-7139-8F2F-6F98-162E4687FACA}"/>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339975" y="2260756"/>
            <a:ext cx="1904533" cy="1904533"/>
          </a:xfrm>
          <a:prstGeom prst="rect">
            <a:avLst/>
          </a:prstGeom>
          <a:noFill/>
          <a:extLst>
            <a:ext uri="{909E8E84-426E-40DD-AFC4-6F175D3DCCD1}">
              <a14:hiddenFill xmlns:a14="http://schemas.microsoft.com/office/drawing/2010/main">
                <a:solidFill>
                  <a:srgbClr val="FFFFFF"/>
                </a:solidFill>
              </a14:hiddenFill>
            </a:ext>
          </a:extLst>
        </p:spPr>
      </p:pic>
      <p:pic>
        <p:nvPicPr>
          <p:cNvPr id="5126" name="Picture 6" descr="Discord&quot; Icon - Download for free – Iconduck">
            <a:extLst>
              <a:ext uri="{FF2B5EF4-FFF2-40B4-BE49-F238E27FC236}">
                <a16:creationId xmlns:a16="http://schemas.microsoft.com/office/drawing/2014/main" id="{1AC8F7FD-2EB7-3619-7B45-13D214808F1D}"/>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9373067" y="2260756"/>
            <a:ext cx="1904533" cy="1904533"/>
          </a:xfrm>
          <a:prstGeom prst="rect">
            <a:avLst/>
          </a:prstGeom>
          <a:noFill/>
          <a:extLst>
            <a:ext uri="{909E8E84-426E-40DD-AFC4-6F175D3DCCD1}">
              <a14:hiddenFill xmlns:a14="http://schemas.microsoft.com/office/drawing/2010/main">
                <a:solidFill>
                  <a:srgbClr val="FFFFFF"/>
                </a:solidFill>
              </a14:hiddenFill>
            </a:ext>
          </a:extLst>
        </p:spPr>
      </p:pic>
      <p:pic>
        <p:nvPicPr>
          <p:cNvPr id="5128" name="Picture 8" descr="JetBrains Academy · GitHub">
            <a:extLst>
              <a:ext uri="{FF2B5EF4-FFF2-40B4-BE49-F238E27FC236}">
                <a16:creationId xmlns:a16="http://schemas.microsoft.com/office/drawing/2014/main" id="{0CAA5AB4-B1B7-94DD-CCC8-6E2B720BC611}"/>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7339975" y="4297119"/>
            <a:ext cx="1904533" cy="1904533"/>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a:extLst>
              <a:ext uri="{FF2B5EF4-FFF2-40B4-BE49-F238E27FC236}">
                <a16:creationId xmlns:a16="http://schemas.microsoft.com/office/drawing/2014/main" id="{16C20CBC-2969-8896-06A6-5826E6178518}"/>
              </a:ext>
            </a:extLst>
          </p:cNvPr>
          <p:cNvPicPr>
            <a:picLocks noChangeAspect="1"/>
          </p:cNvPicPr>
          <p:nvPr/>
        </p:nvPicPr>
        <p:blipFill>
          <a:blip r:embed="rId9"/>
          <a:stretch>
            <a:fillRect/>
          </a:stretch>
        </p:blipFill>
        <p:spPr>
          <a:xfrm>
            <a:off x="8156205" y="2918068"/>
            <a:ext cx="3772134" cy="3283584"/>
          </a:xfrm>
          <a:prstGeom prst="rect">
            <a:avLst/>
          </a:prstGeom>
        </p:spPr>
      </p:pic>
    </p:spTree>
    <p:extLst>
      <p:ext uri="{BB962C8B-B14F-4D97-AF65-F5344CB8AC3E}">
        <p14:creationId xmlns:p14="http://schemas.microsoft.com/office/powerpoint/2010/main" val="26081101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12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124"/>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5126"/>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5128"/>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From C# to Rust A 42-Day Developer Challenge">
            <a:extLst>
              <a:ext uri="{FF2B5EF4-FFF2-40B4-BE49-F238E27FC236}">
                <a16:creationId xmlns:a16="http://schemas.microsoft.com/office/drawing/2014/main" id="{A4F41D8B-1E41-E5DB-DD53-BA9029A239D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2192000" cy="8128000"/>
          </a:xfrm>
          <a:prstGeom prst="rect">
            <a:avLst/>
          </a:prstGeom>
          <a:noFill/>
          <a:extLst>
            <a:ext uri="{909E8E84-426E-40DD-AFC4-6F175D3DCCD1}">
              <a14:hiddenFill xmlns:a14="http://schemas.microsoft.com/office/drawing/2010/main">
                <a:solidFill>
                  <a:srgbClr val="FFFFFF"/>
                </a:solidFill>
              </a14:hiddenFill>
            </a:ext>
          </a:extLst>
        </p:spPr>
      </p:pic>
      <p:sp>
        <p:nvSpPr>
          <p:cNvPr id="8" name="AutoShape 4">
            <a:extLst>
              <a:ext uri="{FF2B5EF4-FFF2-40B4-BE49-F238E27FC236}">
                <a16:creationId xmlns:a16="http://schemas.microsoft.com/office/drawing/2014/main" id="{B6DE4847-916A-FB28-57B0-D747ECE46587}"/>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10" name="Picture 9" descr="A qr code on a white background&#10;&#10;AI-generated content may be incorrect.">
            <a:extLst>
              <a:ext uri="{FF2B5EF4-FFF2-40B4-BE49-F238E27FC236}">
                <a16:creationId xmlns:a16="http://schemas.microsoft.com/office/drawing/2014/main" id="{2ED172DF-FF76-B57F-6E60-9296A99F9FD6}"/>
              </a:ext>
            </a:extLst>
          </p:cNvPr>
          <p:cNvPicPr>
            <a:picLocks noChangeAspect="1"/>
          </p:cNvPicPr>
          <p:nvPr/>
        </p:nvPicPr>
        <p:blipFill>
          <a:blip r:embed="rId3"/>
          <a:stretch>
            <a:fillRect/>
          </a:stretch>
        </p:blipFill>
        <p:spPr>
          <a:xfrm>
            <a:off x="7978314" y="2779847"/>
            <a:ext cx="3487167" cy="3487167"/>
          </a:xfrm>
          <a:prstGeom prst="rect">
            <a:avLst/>
          </a:prstGeom>
        </p:spPr>
      </p:pic>
    </p:spTree>
    <p:extLst>
      <p:ext uri="{BB962C8B-B14F-4D97-AF65-F5344CB8AC3E}">
        <p14:creationId xmlns:p14="http://schemas.microsoft.com/office/powerpoint/2010/main" val="222844800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7A4B47-5476-5D4A-461A-E11C38B35B5E}"/>
              </a:ext>
            </a:extLst>
          </p:cNvPr>
          <p:cNvSpPr>
            <a:spLocks noGrp="1"/>
          </p:cNvSpPr>
          <p:nvPr>
            <p:ph type="title"/>
          </p:nvPr>
        </p:nvSpPr>
        <p:spPr/>
        <p:txBody>
          <a:bodyPr/>
          <a:lstStyle/>
          <a:p>
            <a:r>
              <a:rPr lang="en-US" dirty="0"/>
              <a:t>Open for questions</a:t>
            </a:r>
          </a:p>
        </p:txBody>
      </p:sp>
      <p:pic>
        <p:nvPicPr>
          <p:cNvPr id="6146" name="Picture 2">
            <a:extLst>
              <a:ext uri="{FF2B5EF4-FFF2-40B4-BE49-F238E27FC236}">
                <a16:creationId xmlns:a16="http://schemas.microsoft.com/office/drawing/2014/main" id="{D4B0AA51-858D-72ED-B18E-F101BFC9658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49760" y="2178011"/>
            <a:ext cx="3251200" cy="3657600"/>
          </a:xfrm>
          <a:prstGeom prst="rect">
            <a:avLst/>
          </a:prstGeom>
          <a:noFill/>
          <a:extLst>
            <a:ext uri="{909E8E84-426E-40DD-AFC4-6F175D3DCCD1}">
              <a14:hiddenFill xmlns:a14="http://schemas.microsoft.com/office/drawing/2010/main">
                <a:solidFill>
                  <a:srgbClr val="FFFFFF"/>
                </a:solidFill>
              </a14:hiddenFill>
            </a:ext>
          </a:extLst>
        </p:spPr>
      </p:pic>
      <p:pic>
        <p:nvPicPr>
          <p:cNvPr id="6148" name="Picture 4" descr="Why Rust? (The More Technical Edition) - Wiresmith Technology Developers">
            <a:extLst>
              <a:ext uri="{FF2B5EF4-FFF2-40B4-BE49-F238E27FC236}">
                <a16:creationId xmlns:a16="http://schemas.microsoft.com/office/drawing/2014/main" id="{D344AD5F-A3E8-D7CD-3963-73A8A03A97B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81524" y="2178011"/>
            <a:ext cx="3660716" cy="3660716"/>
          </a:xfrm>
          <a:prstGeom prst="rect">
            <a:avLst/>
          </a:prstGeom>
          <a:noFill/>
          <a:extLst>
            <a:ext uri="{909E8E84-426E-40DD-AFC4-6F175D3DCCD1}">
              <a14:hiddenFill xmlns:a14="http://schemas.microsoft.com/office/drawing/2010/main">
                <a:solidFill>
                  <a:srgbClr val="FFFFFF"/>
                </a:solidFill>
              </a14:hiddenFill>
            </a:ext>
          </a:extLst>
        </p:spPr>
      </p:pic>
      <p:pic>
        <p:nvPicPr>
          <p:cNvPr id="4" name="Graphic 3" descr="Help with solid fill">
            <a:extLst>
              <a:ext uri="{FF2B5EF4-FFF2-40B4-BE49-F238E27FC236}">
                <a16:creationId xmlns:a16="http://schemas.microsoft.com/office/drawing/2014/main" id="{0E0BDF2D-FCCA-6A6D-3F08-807AF59A6C5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818348" y="2726634"/>
            <a:ext cx="2555303" cy="2555303"/>
          </a:xfrm>
          <a:prstGeom prst="rect">
            <a:avLst/>
          </a:prstGeom>
        </p:spPr>
      </p:pic>
    </p:spTree>
    <p:extLst>
      <p:ext uri="{BB962C8B-B14F-4D97-AF65-F5344CB8AC3E}">
        <p14:creationId xmlns:p14="http://schemas.microsoft.com/office/powerpoint/2010/main" val="214485571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80246D-C015-06BD-3D24-C7F17BFD5D32}"/>
              </a:ext>
            </a:extLst>
          </p:cNvPr>
          <p:cNvSpPr>
            <a:spLocks noGrp="1"/>
          </p:cNvSpPr>
          <p:nvPr>
            <p:ph type="title"/>
          </p:nvPr>
        </p:nvSpPr>
        <p:spPr>
          <a:xfrm>
            <a:off x="506231" y="989314"/>
            <a:ext cx="3046409" cy="1487185"/>
          </a:xfrm>
        </p:spPr>
        <p:txBody>
          <a:bodyPr>
            <a:normAutofit fontScale="90000"/>
          </a:bodyPr>
          <a:lstStyle/>
          <a:p>
            <a:r>
              <a:rPr lang="en-US" dirty="0"/>
              <a:t>My Contact Info and Podcast and Book</a:t>
            </a:r>
          </a:p>
        </p:txBody>
      </p:sp>
      <p:sp>
        <p:nvSpPr>
          <p:cNvPr id="5" name="Text Placeholder 4">
            <a:extLst>
              <a:ext uri="{FF2B5EF4-FFF2-40B4-BE49-F238E27FC236}">
                <a16:creationId xmlns:a16="http://schemas.microsoft.com/office/drawing/2014/main" id="{8963CDED-0C16-152B-A230-B9E237592DED}"/>
              </a:ext>
            </a:extLst>
          </p:cNvPr>
          <p:cNvSpPr>
            <a:spLocks noGrp="1"/>
          </p:cNvSpPr>
          <p:nvPr>
            <p:ph type="body" sz="half" idx="2"/>
          </p:nvPr>
        </p:nvSpPr>
        <p:spPr>
          <a:xfrm>
            <a:off x="506231" y="2666143"/>
            <a:ext cx="3979502" cy="3194907"/>
          </a:xfrm>
        </p:spPr>
        <p:txBody>
          <a:bodyPr>
            <a:normAutofit/>
          </a:bodyPr>
          <a:lstStyle/>
          <a:p>
            <a:r>
              <a:rPr lang="en-US" sz="1800" dirty="0"/>
              <a:t>cwoodruff@live.com</a:t>
            </a:r>
          </a:p>
          <a:p>
            <a:r>
              <a:rPr lang="en-US" sz="1800" dirty="0"/>
              <a:t>https://woodruff.dev</a:t>
            </a:r>
          </a:p>
          <a:p>
            <a:r>
              <a:rPr lang="en-US" sz="1800" dirty="0"/>
              <a:t>https://github.com/cwoodruff</a:t>
            </a:r>
          </a:p>
          <a:p>
            <a:r>
              <a:rPr lang="en-US" sz="1800" dirty="0"/>
              <a:t>https://bluesky.com/@woodruff.dev</a:t>
            </a:r>
          </a:p>
          <a:p>
            <a:r>
              <a:rPr lang="en-US" sz="1800" dirty="0"/>
              <a:t>https://</a:t>
            </a:r>
            <a:r>
              <a:rPr lang="en-US" sz="1800" dirty="0" err="1"/>
              <a:t>mastodon.social</a:t>
            </a:r>
            <a:r>
              <a:rPr lang="en-US" sz="1800" dirty="0"/>
              <a:t>/@</a:t>
            </a:r>
            <a:r>
              <a:rPr lang="en-US" sz="1800" dirty="0" err="1"/>
              <a:t>cwoodruff</a:t>
            </a:r>
            <a:endParaRPr lang="en-US" sz="1800" dirty="0"/>
          </a:p>
        </p:txBody>
      </p:sp>
      <p:pic>
        <p:nvPicPr>
          <p:cNvPr id="6" name="Picture 5">
            <a:extLst>
              <a:ext uri="{FF2B5EF4-FFF2-40B4-BE49-F238E27FC236}">
                <a16:creationId xmlns:a16="http://schemas.microsoft.com/office/drawing/2014/main" id="{DFFD7EA4-CC3D-9344-90CE-B52282FD48B8}"/>
              </a:ext>
            </a:extLst>
          </p:cNvPr>
          <p:cNvPicPr>
            <a:picLocks noChangeAspect="1"/>
          </p:cNvPicPr>
          <p:nvPr/>
        </p:nvPicPr>
        <p:blipFill>
          <a:blip r:embed="rId2"/>
          <a:stretch>
            <a:fillRect/>
          </a:stretch>
        </p:blipFill>
        <p:spPr>
          <a:xfrm>
            <a:off x="5061483" y="778842"/>
            <a:ext cx="3244321" cy="3274250"/>
          </a:xfrm>
          <a:prstGeom prst="rect">
            <a:avLst/>
          </a:prstGeom>
        </p:spPr>
      </p:pic>
      <p:sp>
        <p:nvSpPr>
          <p:cNvPr id="8" name="TextBox 7">
            <a:extLst>
              <a:ext uri="{FF2B5EF4-FFF2-40B4-BE49-F238E27FC236}">
                <a16:creationId xmlns:a16="http://schemas.microsoft.com/office/drawing/2014/main" id="{DE601C9A-B8E6-3EDB-FFF2-18984C465663}"/>
              </a:ext>
            </a:extLst>
          </p:cNvPr>
          <p:cNvSpPr txBox="1"/>
          <p:nvPr/>
        </p:nvSpPr>
        <p:spPr>
          <a:xfrm>
            <a:off x="4975218" y="207285"/>
            <a:ext cx="6095347" cy="461665"/>
          </a:xfrm>
          <a:prstGeom prst="rect">
            <a:avLst/>
          </a:prstGeom>
          <a:noFill/>
        </p:spPr>
        <p:txBody>
          <a:bodyPr wrap="square">
            <a:spAutoFit/>
          </a:bodyPr>
          <a:lstStyle/>
          <a:p>
            <a:r>
              <a:rPr lang="en-US" sz="2400" dirty="0"/>
              <a:t>https://</a:t>
            </a:r>
            <a:r>
              <a:rPr lang="en-US" sz="2400" dirty="0" err="1"/>
              <a:t>csharp-networking.com</a:t>
            </a:r>
            <a:endParaRPr lang="en-US" sz="2400" dirty="0"/>
          </a:p>
        </p:txBody>
      </p:sp>
      <p:pic>
        <p:nvPicPr>
          <p:cNvPr id="14" name="Picture 13" descr="A black and yellow logo with a red circle and a arrow&#10;&#10;Description automatically generated">
            <a:extLst>
              <a:ext uri="{FF2B5EF4-FFF2-40B4-BE49-F238E27FC236}">
                <a16:creationId xmlns:a16="http://schemas.microsoft.com/office/drawing/2014/main" id="{2E9A0C9D-411D-D4E7-918A-4A7D95E9A7D9}"/>
              </a:ext>
            </a:extLst>
          </p:cNvPr>
          <p:cNvPicPr>
            <a:picLocks noChangeAspect="1"/>
          </p:cNvPicPr>
          <p:nvPr/>
        </p:nvPicPr>
        <p:blipFill>
          <a:blip r:embed="rId3"/>
          <a:stretch>
            <a:fillRect/>
          </a:stretch>
        </p:blipFill>
        <p:spPr>
          <a:xfrm>
            <a:off x="8440902" y="3137288"/>
            <a:ext cx="3513427" cy="3513427"/>
          </a:xfrm>
          <a:prstGeom prst="rect">
            <a:avLst/>
          </a:prstGeom>
        </p:spPr>
      </p:pic>
      <p:sp>
        <p:nvSpPr>
          <p:cNvPr id="16" name="TextBox 15">
            <a:extLst>
              <a:ext uri="{FF2B5EF4-FFF2-40B4-BE49-F238E27FC236}">
                <a16:creationId xmlns:a16="http://schemas.microsoft.com/office/drawing/2014/main" id="{F79E6B39-E118-D255-6ACD-3C03D21942BE}"/>
              </a:ext>
            </a:extLst>
          </p:cNvPr>
          <p:cNvSpPr txBox="1"/>
          <p:nvPr/>
        </p:nvSpPr>
        <p:spPr>
          <a:xfrm>
            <a:off x="8389902" y="2578175"/>
            <a:ext cx="3556459" cy="400110"/>
          </a:xfrm>
          <a:prstGeom prst="rect">
            <a:avLst/>
          </a:prstGeom>
          <a:noFill/>
        </p:spPr>
        <p:txBody>
          <a:bodyPr wrap="square">
            <a:spAutoFit/>
          </a:bodyPr>
          <a:lstStyle/>
          <a:p>
            <a:r>
              <a:rPr lang="en-US" sz="2000" dirty="0"/>
              <a:t>https://</a:t>
            </a:r>
            <a:r>
              <a:rPr lang="en-US" sz="2000" dirty="0" err="1"/>
              <a:t>www.breakpoint.show</a:t>
            </a:r>
            <a:endParaRPr lang="en-US" sz="2000" dirty="0"/>
          </a:p>
        </p:txBody>
      </p:sp>
    </p:spTree>
    <p:extLst>
      <p:ext uri="{BB962C8B-B14F-4D97-AF65-F5344CB8AC3E}">
        <p14:creationId xmlns:p14="http://schemas.microsoft.com/office/powerpoint/2010/main" val="206127443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29CD1D0A-685F-4B88-6BB2-AA70DB5639D0}"/>
              </a:ext>
            </a:extLst>
          </p:cNvPr>
          <p:cNvSpPr>
            <a:spLocks noGrp="1"/>
          </p:cNvSpPr>
          <p:nvPr>
            <p:ph type="ctrTitle"/>
          </p:nvPr>
        </p:nvSpPr>
        <p:spPr>
          <a:xfrm>
            <a:off x="854896" y="1122363"/>
            <a:ext cx="3991985" cy="3381398"/>
          </a:xfrm>
        </p:spPr>
        <p:txBody>
          <a:bodyPr/>
          <a:lstStyle/>
          <a:p>
            <a:r>
              <a:rPr lang="en-US" dirty="0"/>
              <a:t>GitHub Repo has the slides</a:t>
            </a:r>
          </a:p>
        </p:txBody>
      </p:sp>
      <p:sp>
        <p:nvSpPr>
          <p:cNvPr id="6" name="Subtitle 5">
            <a:extLst>
              <a:ext uri="{FF2B5EF4-FFF2-40B4-BE49-F238E27FC236}">
                <a16:creationId xmlns:a16="http://schemas.microsoft.com/office/drawing/2014/main" id="{A4812CB3-B013-C983-07D8-F1195F16C9EA}"/>
              </a:ext>
            </a:extLst>
          </p:cNvPr>
          <p:cNvSpPr>
            <a:spLocks noGrp="1"/>
          </p:cNvSpPr>
          <p:nvPr>
            <p:ph type="subTitle" idx="1"/>
          </p:nvPr>
        </p:nvSpPr>
        <p:spPr>
          <a:xfrm>
            <a:off x="82277" y="5155421"/>
            <a:ext cx="12027445" cy="807499"/>
          </a:xfrm>
        </p:spPr>
        <p:txBody>
          <a:bodyPr>
            <a:normAutofit/>
          </a:bodyPr>
          <a:lstStyle/>
          <a:p>
            <a:r>
              <a:rPr lang="en-US" sz="2000" dirty="0"/>
              <a:t>https://</a:t>
            </a:r>
            <a:r>
              <a:rPr lang="en-US" sz="2000" dirty="0" err="1"/>
              <a:t>github.com</a:t>
            </a:r>
            <a:r>
              <a:rPr lang="en-US" sz="2000" dirty="0"/>
              <a:t>/</a:t>
            </a:r>
            <a:r>
              <a:rPr lang="en-US" sz="2000" dirty="0" err="1"/>
              <a:t>cwoodruff</a:t>
            </a:r>
            <a:r>
              <a:rPr lang="en-US" sz="2000" dirty="0"/>
              <a:t>/</a:t>
            </a:r>
            <a:r>
              <a:rPr lang="en-US" sz="2000" dirty="0" err="1"/>
              <a:t>rustifying</a:t>
            </a:r>
            <a:r>
              <a:rPr lang="en-US" sz="2000" dirty="0"/>
              <a:t>-your-</a:t>
            </a:r>
            <a:r>
              <a:rPr lang="en-US" sz="2000" dirty="0" err="1"/>
              <a:t>csharp</a:t>
            </a:r>
            <a:r>
              <a:rPr lang="en-US" sz="2000" dirty="0"/>
              <a:t>-codebase</a:t>
            </a:r>
          </a:p>
        </p:txBody>
      </p:sp>
      <p:pic>
        <p:nvPicPr>
          <p:cNvPr id="10" name="Picture 9" descr="A qr code on a white background&#10;&#10;Description automatically generated">
            <a:extLst>
              <a:ext uri="{FF2B5EF4-FFF2-40B4-BE49-F238E27FC236}">
                <a16:creationId xmlns:a16="http://schemas.microsoft.com/office/drawing/2014/main" id="{DFC38D3D-2B14-886E-6AEC-583DBBD4F3E9}"/>
              </a:ext>
            </a:extLst>
          </p:cNvPr>
          <p:cNvPicPr>
            <a:picLocks noChangeAspect="1"/>
          </p:cNvPicPr>
          <p:nvPr/>
        </p:nvPicPr>
        <p:blipFill>
          <a:blip r:embed="rId2"/>
          <a:stretch>
            <a:fillRect/>
          </a:stretch>
        </p:blipFill>
        <p:spPr>
          <a:xfrm>
            <a:off x="5892488" y="224236"/>
            <a:ext cx="4609087" cy="4609087"/>
          </a:xfrm>
          <a:prstGeom prst="rect">
            <a:avLst/>
          </a:prstGeom>
        </p:spPr>
      </p:pic>
    </p:spTree>
    <p:extLst>
      <p:ext uri="{BB962C8B-B14F-4D97-AF65-F5344CB8AC3E}">
        <p14:creationId xmlns:p14="http://schemas.microsoft.com/office/powerpoint/2010/main" val="3425291822"/>
      </p:ext>
    </p:extLst>
  </p:cSld>
  <p:clrMapOvr>
    <a:masterClrMapping/>
  </p:clrMapOvr>
</p:sld>
</file>

<file path=ppt/theme/theme1.xml><?xml version="1.0" encoding="utf-8"?>
<a:theme xmlns:a="http://schemas.openxmlformats.org/drawingml/2006/main" name="VaultVTI">
  <a:themeElements>
    <a:clrScheme name="AnalogousFromDarkSeedLeftStep">
      <a:dk1>
        <a:srgbClr val="000000"/>
      </a:dk1>
      <a:lt1>
        <a:srgbClr val="FFFFFF"/>
      </a:lt1>
      <a:dk2>
        <a:srgbClr val="2F2B1B"/>
      </a:dk2>
      <a:lt2>
        <a:srgbClr val="F0F1F3"/>
      </a:lt2>
      <a:accent1>
        <a:srgbClr val="B59F47"/>
      </a:accent1>
      <a:accent2>
        <a:srgbClr val="B1683B"/>
      </a:accent2>
      <a:accent3>
        <a:srgbClr val="C34D51"/>
      </a:accent3>
      <a:accent4>
        <a:srgbClr val="B13B70"/>
      </a:accent4>
      <a:accent5>
        <a:srgbClr val="C34DB4"/>
      </a:accent5>
      <a:accent6>
        <a:srgbClr val="903BB1"/>
      </a:accent6>
      <a:hlink>
        <a:srgbClr val="C0429A"/>
      </a:hlink>
      <a:folHlink>
        <a:srgbClr val="7F7F7F"/>
      </a:folHlink>
    </a:clrScheme>
    <a:fontScheme name="Custom 5">
      <a:majorFont>
        <a:latin typeface="Georgia Pro Light"/>
        <a:ea typeface=""/>
        <a:cs typeface=""/>
      </a:majorFont>
      <a:minorFont>
        <a:latin typeface="Georgia Pro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VaultVTI" id="{144E1EB0-F9F9-4F8D-8264-A2820BA0C47A}" vid="{3A992A48-7697-4A22-A884-B4A11E62184D}"/>
    </a:ext>
  </a:extLst>
</a:theme>
</file>

<file path=ppt/theme/theme2.xml><?xml version="1.0" encoding="utf-8"?>
<a:theme xmlns:a="http://schemas.openxmlformats.org/drawingml/2006/main" name="Anpassad formgivning">
  <a:themeElements>
    <a:clrScheme name="Cornerstone">
      <a:dk1>
        <a:srgbClr val="000000"/>
      </a:dk1>
      <a:lt1>
        <a:srgbClr val="FFFFFF"/>
      </a:lt1>
      <a:dk2>
        <a:srgbClr val="2B338D"/>
      </a:dk2>
      <a:lt2>
        <a:srgbClr val="E7E6E6"/>
      </a:lt2>
      <a:accent1>
        <a:srgbClr val="2B338D"/>
      </a:accent1>
      <a:accent2>
        <a:srgbClr val="7AF0DD"/>
      </a:accent2>
      <a:accent3>
        <a:srgbClr val="973B90"/>
      </a:accent3>
      <a:accent4>
        <a:srgbClr val="EA82B3"/>
      </a:accent4>
      <a:accent5>
        <a:srgbClr val="D3A76C"/>
      </a:accent5>
      <a:accent6>
        <a:srgbClr val="FFA346"/>
      </a:accent6>
      <a:hlink>
        <a:srgbClr val="72C3B5"/>
      </a:hlink>
      <a:folHlink>
        <a:srgbClr val="953A8F"/>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1" id="{093C3184-A074-214D-978C-8FCDA1548BCA}" vid="{4F53DAA4-02C2-2E45-863B-F0BE723B1407}"/>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4163</TotalTime>
  <Words>2777</Words>
  <Application>Microsoft Macintosh PowerPoint</Application>
  <PresentationFormat>Widescreen</PresentationFormat>
  <Paragraphs>391</Paragraphs>
  <Slides>45</Slides>
  <Notes>4</Notes>
  <HiddenSlides>0</HiddenSlides>
  <MMClips>0</MMClips>
  <ScaleCrop>false</ScaleCrop>
  <HeadingPairs>
    <vt:vector size="6" baseType="variant">
      <vt:variant>
        <vt:lpstr>Fonts Used</vt:lpstr>
      </vt:variant>
      <vt:variant>
        <vt:i4>9</vt:i4>
      </vt:variant>
      <vt:variant>
        <vt:lpstr>Theme</vt:lpstr>
      </vt:variant>
      <vt:variant>
        <vt:i4>2</vt:i4>
      </vt:variant>
      <vt:variant>
        <vt:lpstr>Slide Titles</vt:lpstr>
      </vt:variant>
      <vt:variant>
        <vt:i4>45</vt:i4>
      </vt:variant>
    </vt:vector>
  </HeadingPairs>
  <TitlesOfParts>
    <vt:vector size="56" baseType="lpstr">
      <vt:lpstr>Aptos</vt:lpstr>
      <vt:lpstr>Arial</vt:lpstr>
      <vt:lpstr>Calibri</vt:lpstr>
      <vt:lpstr>Georgia Pro Light</vt:lpstr>
      <vt:lpstr>Hack</vt:lpstr>
      <vt:lpstr>IBM Plex Sans</vt:lpstr>
      <vt:lpstr>IBM Plex Sans Light</vt:lpstr>
      <vt:lpstr>IBM Plex Sans Thin</vt:lpstr>
      <vt:lpstr>system-ui</vt:lpstr>
      <vt:lpstr>VaultVTI</vt:lpstr>
      <vt:lpstr>Anpassad formgivning</vt:lpstr>
      <vt:lpstr>Rust-ifying Your C# Codebase</vt:lpstr>
      <vt:lpstr>What is this talk?</vt:lpstr>
      <vt:lpstr>Main uses </vt:lpstr>
      <vt:lpstr>Main Uses</vt:lpstr>
      <vt:lpstr>Language Paradigms and Syntax</vt:lpstr>
      <vt:lpstr>Comparison of paradigms</vt:lpstr>
      <vt:lpstr>Comparison of paradigms</vt:lpstr>
      <vt:lpstr>Syntax comparison with code examples</vt:lpstr>
      <vt:lpstr>Syntax comparison with code examples</vt:lpstr>
      <vt:lpstr>Syntax comparison with code examples</vt:lpstr>
      <vt:lpstr>Syntax comparison with code examples</vt:lpstr>
      <vt:lpstr>Syntax comparison with code examples</vt:lpstr>
      <vt:lpstr>Differences in OOP Approaches Between C# and Rust</vt:lpstr>
      <vt:lpstr>DIFFERENCES IN OOP APPROACHES BETWEEN C# AND RUST</vt:lpstr>
      <vt:lpstr>DIFFERENCES IN OOP APPROACHES BETWEEN C# AND RUST</vt:lpstr>
      <vt:lpstr>Memory Management</vt:lpstr>
      <vt:lpstr>Garbage collection in C#</vt:lpstr>
      <vt:lpstr>Rust’s ownership and borrowing</vt:lpstr>
      <vt:lpstr>Rust’s ownership and borrowing</vt:lpstr>
      <vt:lpstr>Rust’s ownership and borrowing</vt:lpstr>
      <vt:lpstr>Rust’s ownership and borrowing</vt:lpstr>
      <vt:lpstr>Rust’s ownership and borrowing</vt:lpstr>
      <vt:lpstr>Rust’s ownership and borrowing</vt:lpstr>
      <vt:lpstr>PowerPoint Presentation</vt:lpstr>
      <vt:lpstr>Rust’s ownership and borrowing</vt:lpstr>
      <vt:lpstr>Concurrency</vt:lpstr>
      <vt:lpstr>Asynchronous programming in C#</vt:lpstr>
      <vt:lpstr>PowerPoint Presentation</vt:lpstr>
      <vt:lpstr>Safe concurrency in Rust</vt:lpstr>
      <vt:lpstr>Safe concurrency in Rust</vt:lpstr>
      <vt:lpstr>Safe concurrency in Rust</vt:lpstr>
      <vt:lpstr>Safe concurrency in Rust</vt:lpstr>
      <vt:lpstr>SAFE CONCURRENCY IN RUST</vt:lpstr>
      <vt:lpstr>Benchmarking</vt:lpstr>
      <vt:lpstr>Speed</vt:lpstr>
      <vt:lpstr>Power Consumption</vt:lpstr>
      <vt:lpstr>Ecosystem and Tooling</vt:lpstr>
      <vt:lpstr>Overview of .NET ecosystem</vt:lpstr>
      <vt:lpstr>Introduction to Rust’s ecosystem and tools</vt:lpstr>
      <vt:lpstr>Learning Path and Practical Tips</vt:lpstr>
      <vt:lpstr>Practical tips for learning Rust</vt:lpstr>
      <vt:lpstr>PowerPoint Presentation</vt:lpstr>
      <vt:lpstr>Open for questions</vt:lpstr>
      <vt:lpstr>My Contact Info and Podcast and Book</vt:lpstr>
      <vt:lpstr>GitHub Repo has the slides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Chris Woodruff</dc:creator>
  <cp:lastModifiedBy>Chris Woodruff</cp:lastModifiedBy>
  <cp:revision>14</cp:revision>
  <dcterms:created xsi:type="dcterms:W3CDTF">2024-07-17T00:21:16Z</dcterms:created>
  <dcterms:modified xsi:type="dcterms:W3CDTF">2026-09-09T00:46:59Z</dcterms:modified>
</cp:coreProperties>
</file>